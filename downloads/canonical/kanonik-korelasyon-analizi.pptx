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slides/charts/chart1.xml" ContentType="application/vnd.openxmlformats-officedocument.drawingml.chart+xml"/>
  <Override PartName="/ppt/slides/charts/chart2.xml" ContentType="application/vnd.openxmlformats-officedocument.drawingml.chart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slides/charts/chart3.xml" ContentType="application/vnd.openxmlformats-officedocument.drawingml.chart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slides/charts/chart4.xml" ContentType="application/vnd.openxmlformats-officedocument.drawingml.chart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2908afb1bf64f6c" /><Relationship Type="http://schemas.openxmlformats.org/officeDocument/2006/relationships/extended-properties" Target="/docProps/app.xml" Id="R542b58d83d0b4d13" /><Relationship Type="http://schemas.openxmlformats.org/officeDocument/2006/relationships/officeDocument" Target="/ppt/presentation.xml" Id="R4b450a12890a4ce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a010cf964a14c39"/>
  </p:sldMasterIdLst>
  <p:notesMasterIdLst>
    <p:notesMasterId xmlns:r="http://schemas.openxmlformats.org/officeDocument/2006/relationships" r:id="R7948a82312cf4bfe"/>
  </p:notesMasterIdLst>
  <p:sldIdLst>
    <p:sldId xmlns:r="http://schemas.openxmlformats.org/officeDocument/2006/relationships" id="256" r:id="R8aa63795bce0422c"/>
    <p:sldId xmlns:r="http://schemas.openxmlformats.org/officeDocument/2006/relationships" id="257" r:id="R81275a74d5ba43cd"/>
    <p:sldId xmlns:r="http://schemas.openxmlformats.org/officeDocument/2006/relationships" id="258" r:id="R657951d3b9b947e5"/>
    <p:sldId xmlns:r="http://schemas.openxmlformats.org/officeDocument/2006/relationships" id="259" r:id="R96597bb2ead74511"/>
    <p:sldId xmlns:r="http://schemas.openxmlformats.org/officeDocument/2006/relationships" id="260" r:id="R8aff3482059a45f2"/>
    <p:sldId xmlns:r="http://schemas.openxmlformats.org/officeDocument/2006/relationships" id="261" r:id="Re2ae5093d2b44c65"/>
    <p:sldId xmlns:r="http://schemas.openxmlformats.org/officeDocument/2006/relationships" id="262" r:id="R55a3cc4e5df44796"/>
    <p:sldId xmlns:r="http://schemas.openxmlformats.org/officeDocument/2006/relationships" id="263" r:id="R1bc1213cfb70454b"/>
    <p:sldId xmlns:r="http://schemas.openxmlformats.org/officeDocument/2006/relationships" id="264" r:id="Rb16704c5a39442e6"/>
    <p:sldId xmlns:r="http://schemas.openxmlformats.org/officeDocument/2006/relationships" id="265" r:id="R6a87d032f44e484e"/>
    <p:sldId xmlns:r="http://schemas.openxmlformats.org/officeDocument/2006/relationships" id="266" r:id="R0bcbedd1ca904610"/>
    <p:sldId xmlns:r="http://schemas.openxmlformats.org/officeDocument/2006/relationships" id="267" r:id="Rccc07c3cfa7a43ee"/>
    <p:sldId xmlns:r="http://schemas.openxmlformats.org/officeDocument/2006/relationships" id="268" r:id="Ref1ec7ec38af45ed"/>
    <p:sldId xmlns:r="http://schemas.openxmlformats.org/officeDocument/2006/relationships" id="269" r:id="R4f1ac3288a2e4254"/>
    <p:sldId xmlns:r="http://schemas.openxmlformats.org/officeDocument/2006/relationships" id="270" r:id="R71e1a42297e740be"/>
    <p:sldId xmlns:r="http://schemas.openxmlformats.org/officeDocument/2006/relationships" id="271" r:id="Rf2632093161b4022"/>
    <p:sldId xmlns:r="http://schemas.openxmlformats.org/officeDocument/2006/relationships" id="272" r:id="R2ff670eba67146aa"/>
    <p:sldId xmlns:r="http://schemas.openxmlformats.org/officeDocument/2006/relationships" id="273" r:id="Rdc6f8816150440fd"/>
    <p:sldId xmlns:r="http://schemas.openxmlformats.org/officeDocument/2006/relationships" id="274" r:id="R4e927cfb62f84b90"/>
    <p:sldId xmlns:r="http://schemas.openxmlformats.org/officeDocument/2006/relationships" id="275" r:id="R589ec83b0dc34390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323122292c14c0d" /><Relationship Type="http://schemas.openxmlformats.org/officeDocument/2006/relationships/slideMaster" Target="/ppt/slideMasters/slideMaster1.xml" Id="Rfa010cf964a14c39" /><Relationship Type="http://schemas.openxmlformats.org/officeDocument/2006/relationships/notesMaster" Target="/ppt/notesMasters/notesMaster1.xml" Id="R7948a82312cf4bfe" /><Relationship Type="http://schemas.openxmlformats.org/officeDocument/2006/relationships/presProps" Target="/ppt/presProps.xml" Id="Rfe395c88bb374443" /><Relationship Type="http://schemas.openxmlformats.org/officeDocument/2006/relationships/tableStyles" Target="/ppt/tableStyles.xml" Id="Rd00a7287c66047fc" /><Relationship Type="http://schemas.openxmlformats.org/officeDocument/2006/relationships/slide" Target="/ppt/slides/slide1.xml" Id="R8aa63795bce0422c" /><Relationship Type="http://schemas.openxmlformats.org/officeDocument/2006/relationships/slide" Target="/ppt/slides/slide2.xml" Id="R81275a74d5ba43cd" /><Relationship Type="http://schemas.openxmlformats.org/officeDocument/2006/relationships/slide" Target="/ppt/slides/slide3.xml" Id="R657951d3b9b947e5" /><Relationship Type="http://schemas.openxmlformats.org/officeDocument/2006/relationships/slide" Target="/ppt/slides/slide4.xml" Id="R96597bb2ead74511" /><Relationship Type="http://schemas.openxmlformats.org/officeDocument/2006/relationships/slide" Target="/ppt/slides/slide5.xml" Id="R8aff3482059a45f2" /><Relationship Type="http://schemas.openxmlformats.org/officeDocument/2006/relationships/slide" Target="/ppt/slides/slide6.xml" Id="Re2ae5093d2b44c65" /><Relationship Type="http://schemas.openxmlformats.org/officeDocument/2006/relationships/slide" Target="/ppt/slides/slide7.xml" Id="R55a3cc4e5df44796" /><Relationship Type="http://schemas.openxmlformats.org/officeDocument/2006/relationships/slide" Target="/ppt/slides/slide8.xml" Id="R1bc1213cfb70454b" /><Relationship Type="http://schemas.openxmlformats.org/officeDocument/2006/relationships/slide" Target="/ppt/slides/slide9.xml" Id="Rb16704c5a39442e6" /><Relationship Type="http://schemas.openxmlformats.org/officeDocument/2006/relationships/slide" Target="/ppt/slides/slide10.xml" Id="R6a87d032f44e484e" /><Relationship Type="http://schemas.openxmlformats.org/officeDocument/2006/relationships/slide" Target="/ppt/slides/slide11.xml" Id="R0bcbedd1ca904610" /><Relationship Type="http://schemas.openxmlformats.org/officeDocument/2006/relationships/slide" Target="/ppt/slides/slide12.xml" Id="Rccc07c3cfa7a43ee" /><Relationship Type="http://schemas.openxmlformats.org/officeDocument/2006/relationships/slide" Target="/ppt/slides/slide13.xml" Id="Ref1ec7ec38af45ed" /><Relationship Type="http://schemas.openxmlformats.org/officeDocument/2006/relationships/slide" Target="/ppt/slides/slide14.xml" Id="R4f1ac3288a2e4254" /><Relationship Type="http://schemas.openxmlformats.org/officeDocument/2006/relationships/slide" Target="/ppt/slides/slide15.xml" Id="R71e1a42297e740be" /><Relationship Type="http://schemas.openxmlformats.org/officeDocument/2006/relationships/slide" Target="/ppt/slides/slide16.xml" Id="Rf2632093161b4022" /><Relationship Type="http://schemas.openxmlformats.org/officeDocument/2006/relationships/slide" Target="/ppt/slides/slide17.xml" Id="R2ff670eba67146aa" /><Relationship Type="http://schemas.openxmlformats.org/officeDocument/2006/relationships/slide" Target="/ppt/slides/slide18.xml" Id="Rdc6f8816150440fd" /><Relationship Type="http://schemas.openxmlformats.org/officeDocument/2006/relationships/slide" Target="/ppt/slides/slide19.xml" Id="R4e927cfb62f84b90" /><Relationship Type="http://schemas.openxmlformats.org/officeDocument/2006/relationships/slide" Target="/ppt/slides/slide20.xml" Id="R589ec83b0dc3439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db8883f87e541d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7c5492d6bfd4c42" /><Relationship Type="http://schemas.openxmlformats.org/officeDocument/2006/relationships/notesMaster" Target="/ppt/notesMasters/notesMaster1.xml" Id="Rb9cbaf68dc8e466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dbcb8aafa5a4446" /><Relationship Type="http://schemas.openxmlformats.org/officeDocument/2006/relationships/notesMaster" Target="/ppt/notesMasters/notesMaster1.xml" Id="Rcfd10a02ae034ff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ea2c97dd7f44d15" /><Relationship Type="http://schemas.openxmlformats.org/officeDocument/2006/relationships/notesMaster" Target="/ppt/notesMasters/notesMaster1.xml" Id="R28567034361b4ee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dcb25f02aa343de" /><Relationship Type="http://schemas.openxmlformats.org/officeDocument/2006/relationships/notesMaster" Target="/ppt/notesMasters/notesMaster1.xml" Id="R0fbfdc174a9e48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d933b61e8ea473c" /><Relationship Type="http://schemas.openxmlformats.org/officeDocument/2006/relationships/notesMaster" Target="/ppt/notesMasters/notesMaster1.xml" Id="R92543f3ab54d4e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9d16f0a1f764de3" /><Relationship Type="http://schemas.openxmlformats.org/officeDocument/2006/relationships/notesMaster" Target="/ppt/notesMasters/notesMaster1.xml" Id="R7cc1978c4f6f448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774b07741064d37" /><Relationship Type="http://schemas.openxmlformats.org/officeDocument/2006/relationships/notesMaster" Target="/ppt/notesMasters/notesMaster1.xml" Id="R72eb3b7ea61f464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eb8d3212baf4f04" /><Relationship Type="http://schemas.openxmlformats.org/officeDocument/2006/relationships/notesMaster" Target="/ppt/notesMasters/notesMaster1.xml" Id="Raeda3735542b468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0f9057a7eed4279" /><Relationship Type="http://schemas.openxmlformats.org/officeDocument/2006/relationships/notesMaster" Target="/ppt/notesMasters/notesMaster1.xml" Id="R57d9383f6fc741a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b0861e96c1049df" /><Relationship Type="http://schemas.openxmlformats.org/officeDocument/2006/relationships/notesMaster" Target="/ppt/notesMasters/notesMaster1.xml" Id="R37374b00d8a0435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21bc761e0c475e" /><Relationship Type="http://schemas.openxmlformats.org/officeDocument/2006/relationships/notesMaster" Target="/ppt/notesMasters/notesMaster1.xml" Id="Rf7a81a09971e46f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310fd0dfb34f7e" /><Relationship Type="http://schemas.openxmlformats.org/officeDocument/2006/relationships/notesMaster" Target="/ppt/notesMasters/notesMaster1.xml" Id="Rd4f80d5e83834930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399f1478e985493c" /><Relationship Type="http://schemas.openxmlformats.org/officeDocument/2006/relationships/notesMaster" Target="/ppt/notesMasters/notesMaster1.xml" Id="R5d892131f97846e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f1e3b3508754e67" /><Relationship Type="http://schemas.openxmlformats.org/officeDocument/2006/relationships/notesMaster" Target="/ppt/notesMasters/notesMaster1.xml" Id="Rf35535e6c6de4f1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4d06b43503d46ee" /><Relationship Type="http://schemas.openxmlformats.org/officeDocument/2006/relationships/notesMaster" Target="/ppt/notesMasters/notesMaster1.xml" Id="R2526cd96129f4de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a8d1a4d7d1945e4" /><Relationship Type="http://schemas.openxmlformats.org/officeDocument/2006/relationships/notesMaster" Target="/ppt/notesMasters/notesMaster1.xml" Id="Rb4ccf7bd7c2b440c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a1b666248a24473" /><Relationship Type="http://schemas.openxmlformats.org/officeDocument/2006/relationships/notesMaster" Target="/ppt/notesMasters/notesMaster1.xml" Id="R1af87706cf8c4a19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14db8cac7ba4778" /><Relationship Type="http://schemas.openxmlformats.org/officeDocument/2006/relationships/notesMaster" Target="/ppt/notesMasters/notesMaster1.xml" Id="R59ced06a6f074eec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7c4d99b7dcb4dbb" /><Relationship Type="http://schemas.openxmlformats.org/officeDocument/2006/relationships/notesMaster" Target="/ppt/notesMasters/notesMaster1.xml" Id="R12d20bf8e33742bf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76e59a731ed1452f" /><Relationship Type="http://schemas.openxmlformats.org/officeDocument/2006/relationships/notesMaster" Target="/ppt/notesMasters/notesMaster1.xml" Id="Rd00f86eb74b348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Sunumun amacı, kanonik korelasyon analizini kavramsal olarak açıklamak ve kişilik–motivasyon uygulamasının sonuçlarını teknik olarak doğru biçimde yorumlamaktır.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Kapak görseli bu sunum için yapay zekâ ile özgün olarak üretildi.</a:t>
            </a:r>
          </a:p>
          <a:p xmlns:a="http://schemas.openxmlformats.org/drawingml/2006/main">
            <a:r>
              <a:t>- Hotelling, H. (1936). Relations Between Two Sets of Variates. https://doi.org/10.1093/biomet/28.3-4.321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CCA, iki ayrı değişken kümesinden birer doğrusal birleşim üretir ve bu iki birleşim arasındaki korelasyonu maksimize eder.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Hotelling, H. (1936). Relations Between Two Sets of Variates. https://doi.org/10.1093/biomet/28.3-4.321</a:t>
            </a:r>
          </a:p>
          <a:p xmlns:a="http://schemas.openxmlformats.org/drawingml/2006/main">
            <a:r>
              <a:t>- UCLA IDRE. Canonical Correlation Analysis. https://stats.oarc.ucla.edu/stata/dae/canonical-correlation-analysis/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CCA en fazla küçük setteki değişken sayısı kadar kanonik fonksiyon üretir. Fonksiyonlar güç sırasıyla değerlendirilir.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Hotelling, H. (1936). Relations Between Two Sets of Variates. https://doi.org/10.1093/biomet/28.3-4.321</a:t>
            </a:r>
          </a:p>
          <a:p xmlns:a="http://schemas.openxmlformats.org/drawingml/2006/main">
            <a:r>
              <a:t>- UCLA IDRE. Canonical Correlation Analysis: Annotated Output. https://stats.oarc.ucla.edu/stata/output/canonical-correlation-analysis/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kontroller, yalnızca katsayıların hesaplanması için değil, bulguların genellenebilir ve kararlı olması için gereklidir.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UCLA IDRE. Canonical Correlation Analysis. https://stats.oarc.ucla.edu/stata/dae/canonical-correlation-analysis/</a:t>
            </a:r>
          </a:p>
          <a:p xmlns:a="http://schemas.openxmlformats.org/drawingml/2006/main">
            <a:r>
              <a:t>- Sherry, A. &amp; Henson, R. K. (2005). Conducting and Interpreting Canonical Correlation Analysis. https://doi.org/10.1207/s15327752jpa8401_09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Uygulama, kişilik ve motivasyon değişkenlerinin tek tek değil, iki bütün set olarak nasıl ilişkili olduğunu inceler.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özgün PowerPoint ve içindeki analiz çıktıları.</a:t>
            </a:r>
          </a:p>
          <a:p xmlns:a="http://schemas.openxmlformats.org/drawingml/2006/main">
            <a:r>
              <a:t>- Bölüm görseli bu sunum için yapay zekâ ile özgün olarak üretildi.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Özgün sunuma göre 370 anket kaydından 12 aykırı gözlem çıkarılmış ve analiz 358 gözlemle yürütülmüştür. Tanı testlerinin ayrıntılı çıktıları mevcut değildir.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özgün PowerPoint ve içindeki analiz çıktıları.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Kodlar sonraki grafiklerde okunabilirliği artırmak için kullanılır. Y4, kaynak veri sütunundaki YUMUŞAK değişkeniyle eşleştirilmiştir.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özgün PowerPoint ve içindeki analiz çıktıları.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İki sette farklı ölçek aralıkları kullanıldığı için ortalamalar setler arasında doğrudan karşılaştırılmamalıdır.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özgün PowerPoint ve içindeki analiz çıktıları.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Isı haritası, özgün sunumdaki korelasyon matrisi yeniden çizilerek oluşturuldu. Hipotez ifadeleri düzeltilmiştir: H0, kalan kanonik ilişkilerin sıfır olduğunu belirtir.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özgün PowerPoint ve içindeki analiz çıktıları.</a:t>
            </a:r>
          </a:p>
          <a:p xmlns:a="http://schemas.openxmlformats.org/drawingml/2006/main">
            <a:r>
              <a:t>- UCLA IDRE. Canonical Correlation Analysis: Annotated Output. https://stats.oarc.ucla.edu/stata/output/canonical-correlation-analysis/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Kanonik ağırlıklar doğrusal birleşimleri kurar. Kanonik yükler ise gözlenen değişkenlerin kanonik değişkenle ilişkisini yorumlamak için kullanılır; ikisi aynı değildir.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Hotelling, H. (1936). Relations Between Two Sets of Variates. https://doi.org/10.1093/biomet/28.3-4.321</a:t>
            </a:r>
          </a:p>
          <a:p xmlns:a="http://schemas.openxmlformats.org/drawingml/2006/main">
            <a:r>
              <a:t>- Sherry, A. &amp; Henson, R. K. (2005). Conducting and Interpreting Canonical Correlation Analysis. https://doi.org/10.1207/s15327752jpa8401_09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Birinci satır tüm fonksiyonların, ikinci satır ilk fonksiyon çıkarıldıktan sonra kalanların ortak testidir. Üçüncü test anlamlı olmadığı için iki fonksiyon tutulur.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özgün PowerPoint ve içindeki analiz çıktıları.</a:t>
            </a:r>
          </a:p>
          <a:p xmlns:a="http://schemas.openxmlformats.org/drawingml/2006/main">
            <a:r>
              <a:t>- UCLA IDRE. Canonical Correlation Analysis: Annotated Output. https://stats.oarc.ucla.edu/stata/output/canonical-correlation-analysis/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Fonksiyon 1 yükleri kaynak tabloda yer alan yapı katsayılarıdır. R kare 0,468'in karesi olarak %21,9'dur; özgün sunumdaki %26,7 ifadesi düzeltilmiştir.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özgün PowerPoint ve içindeki analiz çıktıları.</a:t>
            </a:r>
          </a:p>
          <a:p xmlns:a="http://schemas.openxmlformats.org/drawingml/2006/main">
            <a:r>
              <a:t>- Sherry, A. &amp; Henson, R. K. (2005). Conducting and Interpreting Canonical Correlation Analysis. https://doi.org/10.1207/s15327752jpa8401_09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Yüklerin işareti kanonik değişkenlerin yön seçimine bağlıdır. Bu nedenle yorum, işaretin tek başına olumlu/olumsuz anlamına değil, değişkenlerin göreli desenine dayanmalıdır.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özgün PowerPoint ve içindeki analiz çıktıları.</a:t>
            </a:r>
          </a:p>
          <a:p xmlns:a="http://schemas.openxmlformats.org/drawingml/2006/main">
            <a:r>
              <a:t>- Sherry, A. &amp; Henson, R. K. (2005). Conducting and Interpreting Canonical Correlation Analysis. https://doi.org/10.1207/s15327752jpa8401_09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Fonksiyon 2 p=0,032 ile anlamlıdır; ancak R kare yalnızca %4'tür. Bu nedenle ikinci boyutun pratik katkısı temkinli yorumlanmalıdır.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özgün PowerPoint ve içindeki analiz çıktıları.</a:t>
            </a:r>
          </a:p>
          <a:p xmlns:a="http://schemas.openxmlformats.org/drawingml/2006/main">
            <a:r>
              <a:t>- Sherry, A. &amp; Henson, R. K. (2005). Conducting and Interpreting Canonical Correlation Analysis. https://doi.org/10.1207/s15327752jpa8401_09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Özgün sunumdaki denklem satırları kanonik yükleri katsayı gibi kullanıyordu. Bu remake, standart ağırlık ile yük arasındaki farkı açıkça ayırır. M1 örneği kaynak tablolardan alınmıştır.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özgün PowerPoint ve içindeki analiz çıktıları.</a:t>
            </a:r>
          </a:p>
          <a:p xmlns:a="http://schemas.openxmlformats.org/drawingml/2006/main">
            <a:r>
              <a:t>- Sherry, A. &amp; Henson, R. K. (2005). Conducting and Interpreting Canonical Correlation Analysis. https://doi.org/10.1207/s15327752jpa8401_09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Redundancy, bir setteki kanonik değişkenin karşı setteki gözlenen varyansın ne kadarını yakaladığını gösterir. Fonksiyon 1 için değerler %9,9 ve %6,9; fonksiyon 2 için %1,1 ve %0,5'tir.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özgün PowerPoint ve içindeki analiz çıktıları.</a:t>
            </a:r>
          </a:p>
          <a:p xmlns:a="http://schemas.openxmlformats.org/drawingml/2006/main">
            <a:r>
              <a:t>- Stewart, D. &amp; Love, W. (1968). A General Canonical Correlation Index. https://doi.org/10.1037/h0026143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Ana sonuç, istatistiksel anlamlılık ile pratik açıklama gücünü birbirinden ayırır. İlk fonksiyon baskındır; ikinci fonksiyon anlamlı fakat zayıftır.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özgün PowerPoint ve içindeki analiz çıktıları.</a:t>
            </a:r>
          </a:p>
          <a:p xmlns:a="http://schemas.openxmlformats.org/drawingml/2006/main">
            <a:r>
              <a:t>- Sherry, A. &amp; Henson, R. K. (2005). Conducting and Interpreting Canonical Correlation Analysis. https://doi.org/10.1207/s15327752jpa8401_09</a:t>
            </a:r>
          </a:p>
          <a:p xmlns:a="http://schemas.openxmlformats.org/drawingml/2006/main">
            <a:r>
              <a:t>- Stewart, D. &amp; Love, W. (1968). A General Canonical Correlation Index. https://doi.org/10.1037/h0026143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Bu adımlar, keşfedici bulguların tekrarlanabilirliğini ve akademik savunulabilirliğini artırır.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Sherry, A. &amp; Henson, R. K. (2005). Conducting and Interpreting Canonical Correlation Analysis. https://doi.org/10.1207/s15327752jpa8401_09</a:t>
            </a:r>
          </a:p>
          <a:p xmlns:a="http://schemas.openxmlformats.org/drawingml/2006/main">
            <a:r>
              <a:t>- UCLA IDRE. Canonical Correlation Analysis. https://stats.oarc.ucla.edu/stata/dae/canonical-correlation-analysis/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Akademik olmayan sohbet araçları kaynakçadan çıkarıldı; yöntemsel iddialar hakemli çalışma ve üniversite istatistik kaynağıyla desteklendi.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Hotelling, H. (1936). Relations Between Two Sets of Variates. https://doi.org/10.1093/biomet/28.3-4.321</a:t>
            </a:r>
          </a:p>
          <a:p xmlns:a="http://schemas.openxmlformats.org/drawingml/2006/main">
            <a:r>
              <a:t>- Sherry, A. &amp; Henson, R. K. (2005). Conducting and Interpreting Canonical Correlation Analysis. https://doi.org/10.1207/s15327752jpa8401_09</a:t>
            </a:r>
          </a:p>
          <a:p xmlns:a="http://schemas.openxmlformats.org/drawingml/2006/main">
            <a:r>
              <a:t>- Stewart, D. &amp; Love, W. (1968). A General Canonical Correlation Index. https://doi.org/10.1037/h0026143</a:t>
            </a:r>
          </a:p>
          <a:p xmlns:a="http://schemas.openxmlformats.org/drawingml/2006/main">
            <a:r>
              <a:t>- UCLA IDRE. Canonical Correlation Analysis. https://stats.oarc.ucla.edu/stata/dae/canonical-correlation-analysis/</a:t>
            </a:r>
          </a:p>
          <a:p xmlns:a="http://schemas.openxmlformats.org/drawingml/2006/main">
            <a:r>
              <a:t>- Kullanıcı tarafından sağlanan özgün PowerPoint ve içindeki analiz çıktıları.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Kapanışta istatistiksel anlamlılığı, etki büyüklüğünü ve redundancy değerlerini birlikte vurgulayın.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Kullanıcı tarafından sağlanan özgün PowerPoint ve içindeki analiz çıktıları.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bdc4d2a10c146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9f8e858b02a4bbe" /><Relationship Type="http://schemas.openxmlformats.org/officeDocument/2006/relationships/slideLayout" Target="/ppt/slideLayouts/slideLayout1.xml" Id="Ra0ae3a9ec3ae405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0ae3a9ec3ae405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6cc8b1d839e43c5" /><Relationship Type="http://schemas.openxmlformats.org/officeDocument/2006/relationships/image" Target="/ppt/media/image.png" Id="Rc6761c4be9b1402f" /><Relationship Type="http://schemas.openxmlformats.org/officeDocument/2006/relationships/notesSlide" Target="/ppt/notesSlides/notesSlide1.xml" Id="R804dc5ee107f4c4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e3f30b924d44d1" /><Relationship Type="http://schemas.openxmlformats.org/officeDocument/2006/relationships/notesSlide" Target="/ppt/notesSlides/notesSlide2.xml" Id="Rc042ea876a7142b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65946c9eca4c5c" /><Relationship Type="http://schemas.openxmlformats.org/officeDocument/2006/relationships/notesSlide" Target="/ppt/notesSlides/notesSlide3.xml" Id="R36a8bc7919964c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aa3d794aa3454a" /><Relationship Type="http://schemas.openxmlformats.org/officeDocument/2006/relationships/notesSlide" Target="/ppt/notesSlides/notesSlide4.xml" Id="R10e87adb221a4b7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0d2c1440c4a54" /><Relationship Type="http://schemas.openxmlformats.org/officeDocument/2006/relationships/image" Target="/ppt/media/image2.png" Id="Ra78f1e1c1b814f93" /><Relationship Type="http://schemas.openxmlformats.org/officeDocument/2006/relationships/notesSlide" Target="/ppt/notesSlides/notesSlide5.xml" Id="Rd288dbd28f4f4d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afddb73adb4561" /><Relationship Type="http://schemas.openxmlformats.org/officeDocument/2006/relationships/notesSlide" Target="/ppt/notesSlides/notesSlide6.xml" Id="R8533bd345f104e3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7dfcc50884198" /><Relationship Type="http://schemas.openxmlformats.org/officeDocument/2006/relationships/notesSlide" Target="/ppt/notesSlides/notesSlide7.xml" Id="R5b5c6b7928844e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c3c858c58d4ac3" /><Relationship Type="http://schemas.openxmlformats.org/officeDocument/2006/relationships/chart" Target="/ppt/slides/charts/chart1.xml" Id="R0b6ed9d6fe7145f5" /><Relationship Type="http://schemas.openxmlformats.org/officeDocument/2006/relationships/chart" Target="/ppt/slides/charts/chart2.xml" Id="R59b2730e06844e50" /><Relationship Type="http://schemas.openxmlformats.org/officeDocument/2006/relationships/notesSlide" Target="/ppt/notesSlides/notesSlide8.xml" Id="R65d0c13f9dec4b1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46b65c3d324a36" /><Relationship Type="http://schemas.openxmlformats.org/officeDocument/2006/relationships/notesSlide" Target="/ppt/notesSlides/notesSlide9.xml" Id="Ra010cae32e0d4fb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8f9853cc7a412b" /><Relationship Type="http://schemas.openxmlformats.org/officeDocument/2006/relationships/notesSlide" Target="/ppt/notesSlides/notesSlide10.xml" Id="Rd25c2f7d69e3481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52560844cb4146" /><Relationship Type="http://schemas.openxmlformats.org/officeDocument/2006/relationships/chart" Target="/ppt/slides/charts/chart3.xml" Id="R88c5905e78974246" /><Relationship Type="http://schemas.openxmlformats.org/officeDocument/2006/relationships/notesSlide" Target="/ppt/notesSlides/notesSlide11.xml" Id="R68912542553c4f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308ab9a4ae411b" /><Relationship Type="http://schemas.openxmlformats.org/officeDocument/2006/relationships/notesSlide" Target="/ppt/notesSlides/notesSlide12.xml" Id="Ra035197296c247a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6f9fa30f3147c1" /><Relationship Type="http://schemas.openxmlformats.org/officeDocument/2006/relationships/notesSlide" Target="/ppt/notesSlides/notesSlide13.xml" Id="R0ac2c4b5861b44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965e51351a4cbf" /><Relationship Type="http://schemas.openxmlformats.org/officeDocument/2006/relationships/notesSlide" Target="/ppt/notesSlides/notesSlide14.xml" Id="Ra6dd5cbf87e74fe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0aa8f330664be1" /><Relationship Type="http://schemas.openxmlformats.org/officeDocument/2006/relationships/notesSlide" Target="/ppt/notesSlides/notesSlide15.xml" Id="R3d70b9e51013483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771b924c7942de" /><Relationship Type="http://schemas.openxmlformats.org/officeDocument/2006/relationships/chart" Target="/ppt/slides/charts/chart4.xml" Id="R1df5bc2d9cce42db" /><Relationship Type="http://schemas.openxmlformats.org/officeDocument/2006/relationships/notesSlide" Target="/ppt/notesSlides/notesSlide16.xml" Id="R573e57f396554302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e4e9e8760d46df" /><Relationship Type="http://schemas.openxmlformats.org/officeDocument/2006/relationships/notesSlide" Target="/ppt/notesSlides/notesSlide17.xml" Id="R610275968ce2455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606bdee7c247ce" /><Relationship Type="http://schemas.openxmlformats.org/officeDocument/2006/relationships/notesSlide" Target="/ppt/notesSlides/notesSlide18.xml" Id="Rca6e1889854f413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2d59a0fe32d45e2" /><Relationship Type="http://schemas.openxmlformats.org/officeDocument/2006/relationships/notesSlide" Target="/ppt/notesSlides/notesSlide19.xml" Id="R64c94cedef8b4b4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3b14199704665" /><Relationship Type="http://schemas.openxmlformats.org/officeDocument/2006/relationships/notesSlide" Target="/ppt/notesSlides/notesSlide20.xml" Id="R70ad0bf58eb340a4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Ortalama</c:v>
          </c:tx>
          <c:spPr>
            <a:solidFill xmlns:a="http://schemas.openxmlformats.org/drawingml/2006/main">
              <a:srgbClr val="F2674A"/>
            </a:solidFill>
          </c:spPr>
          <c:cat>
            <c:strLit>
              <c:ptCount val="4"/>
              <c:pt idx="0">
                <c:v>Dışadönüklük</c:v>
              </c:pt>
              <c:pt idx="1">
                <c:v>Özdenetim</c:v>
              </c:pt>
              <c:pt idx="2">
                <c:v>Yumuşaklık</c:v>
              </c:pt>
              <c:pt idx="3">
                <c:v>Nörotiklik</c:v>
              </c:pt>
            </c:strLit>
          </c:cat>
          <c:val>
            <c:numLit>
              <c:formatCode>0.00</c:formatCode>
              <c:ptCount val="4"/>
              <c:pt idx="0">
                <c:v>7.95</c:v>
              </c:pt>
              <c:pt idx="1">
                <c:v>7.6</c:v>
              </c:pt>
              <c:pt idx="2">
                <c:v>6.39</c:v>
              </c:pt>
              <c:pt idx="3">
                <c:v>6.18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1141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EF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4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CD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41A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AFAF7"/>
          </a:solidFill>
          <a:prstDash val="solid"/>
        </a:ln>
      </c:spPr>
    </c:plotArea>
    <c:plotVisOnly val="1"/>
  </c:chart>
  <c:spPr>
    <a:solidFill xmlns:a="http://schemas.openxmlformats.org/drawingml/2006/main">
      <a:srgbClr val="FAFAF7"/>
    </a:solidFill>
    <a:ln xmlns:a="http://schemas.openxmlformats.org/drawingml/2006/main" w="0">
      <a:solidFill>
        <a:srgbClr val="FAFAF7"/>
      </a:solidFill>
      <a:prstDash val="solid"/>
    </a:ln>
  </c:spPr>
</c:chartSpace>
</file>

<file path=ppt/slides/charts/chart2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Ortalama</c:v>
          </c:tx>
          <c:spPr>
            <a:solidFill xmlns:a="http://schemas.openxmlformats.org/drawingml/2006/main">
              <a:srgbClr val="1D5FDB"/>
            </a:solidFill>
          </c:spPr>
          <c:cat>
            <c:strLit>
              <c:ptCount val="4"/>
              <c:pt idx="0">
                <c:v>İçsel</c:v>
              </c:pt>
              <c:pt idx="1">
                <c:v>İçe atım</c:v>
              </c:pt>
              <c:pt idx="2">
                <c:v>Dışsal</c:v>
              </c:pt>
              <c:pt idx="3">
                <c:v>Güdüsüzlük</c:v>
              </c:pt>
            </c:strLit>
          </c:cat>
          <c:val>
            <c:numLit>
              <c:formatCode>0.00</c:formatCode>
              <c:ptCount val="4"/>
              <c:pt idx="0">
                <c:v>2.79</c:v>
              </c:pt>
              <c:pt idx="1">
                <c:v>2.16</c:v>
              </c:pt>
              <c:pt idx="2">
                <c:v>0.96</c:v>
              </c:pt>
              <c:pt idx="3">
                <c:v>0.97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1141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EF1"/>
              </a:solidFill>
              <a:prstDash val="solid"/>
            </a:ln>
          </c:spPr>
        </c:majorGridlines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4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CD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11141A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AFAF7"/>
          </a:solidFill>
          <a:prstDash val="solid"/>
        </a:ln>
      </c:spPr>
    </c:plotArea>
    <c:plotVisOnly val="1"/>
  </c:chart>
  <c:spPr>
    <a:solidFill xmlns:a="http://schemas.openxmlformats.org/drawingml/2006/main">
      <a:srgbClr val="FAFAF7"/>
    </a:solidFill>
    <a:ln xmlns:a="http://schemas.openxmlformats.org/drawingml/2006/main" w="0">
      <a:solidFill>
        <a:srgbClr val="FAFAF7"/>
      </a:solidFill>
      <a:prstDash val="solid"/>
    </a:ln>
  </c:spPr>
</c:chartSpace>
</file>

<file path=ppt/slides/charts/chart3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Kanonik korelasyon (Rᶜ)</c:v>
          </c:tx>
          <c:spPr>
            <a:solidFill xmlns:a="http://schemas.openxmlformats.org/drawingml/2006/main">
              <a:srgbClr val="1D5FDB"/>
            </a:solidFill>
          </c:spPr>
          <c:dPt>
            <c:idx val="1"/>
            <c:invertIfNegative val="0"/>
            <c:spPr>
              <a:solidFill xmlns:a="http://schemas.openxmlformats.org/drawingml/2006/main">
                <a:srgbClr val="F2674A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C9CDD4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C9CDD4"/>
              </a:solidFill>
            </c:spPr>
          </c:dPt>
          <c:cat>
            <c:strLit>
              <c:ptCount val="4"/>
              <c:pt idx="0">
                <c:v>F1</c:v>
              </c:pt>
              <c:pt idx="1">
                <c:v>F2</c:v>
              </c:pt>
              <c:pt idx="2">
                <c:v>F3</c:v>
              </c:pt>
              <c:pt idx="3">
                <c:v>F4</c:v>
              </c:pt>
            </c:strLit>
          </c:cat>
          <c:val>
            <c:numLit>
              <c:formatCode>0.000</c:formatCode>
              <c:ptCount val="4"/>
              <c:pt idx="0">
                <c:v>0.468</c:v>
              </c:pt>
              <c:pt idx="1">
                <c:v>0.201</c:v>
              </c:pt>
              <c:pt idx="2">
                <c:v>0.141</c:v>
              </c:pt>
              <c:pt idx="3">
                <c:v>0.052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 b="1">
                  <a:solidFill>
                    <a:srgbClr val="11141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C9CD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11141A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0.5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EF1"/>
              </a:solidFill>
              <a:prstDash val="solid"/>
            </a:ln>
          </c:spPr>
        </c:majorGridlines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5D6470"/>
                </a:solidFill>
              </a:defRPr>
            </a:pPr>
          </a:p>
        </c:txPr>
        <c:crossAx val="48650112"/>
        <c:crossBetween val="between"/>
        <c:majorUnit val="0.1"/>
      </c:valAx>
      <c:spPr>
        <a:noFill xmlns:a="http://schemas.openxmlformats.org/drawingml/2006/main"/>
        <a:ln xmlns:a="http://schemas.openxmlformats.org/drawingml/2006/main" w="0">
          <a:solidFill>
            <a:srgbClr val="FAFAF7"/>
          </a:solidFill>
          <a:prstDash val="solid"/>
        </a:ln>
      </c:spPr>
    </c:plotArea>
    <c:plotVisOnly val="1"/>
  </c:chart>
  <c:spPr>
    <a:solidFill xmlns:a="http://schemas.openxmlformats.org/drawingml/2006/main">
      <a:srgbClr val="FAFAF7"/>
    </a:solidFill>
    <a:ln xmlns:a="http://schemas.openxmlformats.org/drawingml/2006/main" w="0">
      <a:solidFill>
        <a:srgbClr val="FAFAF7"/>
      </a:solidFill>
      <a:prstDash val="solid"/>
    </a:ln>
  </c:spPr>
</c:chartSpace>
</file>

<file path=ppt/slides/charts/chart4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Kendi setinde açıklanan varyans</c:v>
          </c:tx>
          <c:spPr>
            <a:solidFill xmlns:a="http://schemas.openxmlformats.org/drawingml/2006/main">
              <a:srgbClr val="1D5FDB"/>
            </a:solidFill>
          </c:spPr>
          <c:cat>
            <c:strLit>
              <c:ptCount val="4"/>
              <c:pt idx="0">
                <c:v>F1 · Motivasyon</c:v>
              </c:pt>
              <c:pt idx="1">
                <c:v>F1 · Kişilik</c:v>
              </c:pt>
              <c:pt idx="2">
                <c:v>F2 · Motivasyon</c:v>
              </c:pt>
              <c:pt idx="3">
                <c:v>F2 · Kişilik</c:v>
              </c:pt>
            </c:strLit>
          </c:cat>
          <c:val>
            <c:numLit>
              <c:formatCode>0.0</c:formatCode>
              <c:ptCount val="4"/>
              <c:pt idx="0">
                <c:v>45.1</c:v>
              </c:pt>
              <c:pt idx="1">
                <c:v>31.7</c:v>
              </c:pt>
              <c:pt idx="2">
                <c:v>28.3</c:v>
              </c:pt>
              <c:pt idx="3">
                <c:v>12.1</c:v>
              </c:pt>
            </c:numLit>
          </c:val>
        </c:ser>
        <c:ser>
          <c:idx val="1"/>
          <c:order val="1"/>
          <c:tx>
            <c:v>Karşı sette redundancy</c:v>
          </c:tx>
          <c:spPr>
            <a:solidFill xmlns:a="http://schemas.openxmlformats.org/drawingml/2006/main">
              <a:srgbClr val="F2674A"/>
            </a:solidFill>
          </c:spPr>
          <c:cat>
            <c:strLit>
              <c:ptCount val="4"/>
              <c:pt idx="0">
                <c:v>F1 · Motivasyon</c:v>
              </c:pt>
              <c:pt idx="1">
                <c:v>F1 · Kişilik</c:v>
              </c:pt>
              <c:pt idx="2">
                <c:v>F2 · Motivasyon</c:v>
              </c:pt>
              <c:pt idx="3">
                <c:v>F2 · Kişilik</c:v>
              </c:pt>
            </c:strLit>
          </c:cat>
          <c:val>
            <c:numLit>
              <c:formatCode>0.0</c:formatCode>
              <c:ptCount val="4"/>
              <c:pt idx="0">
                <c:v>9.9</c:v>
              </c:pt>
              <c:pt idx="1">
                <c:v>6.9</c:v>
              </c:pt>
              <c:pt idx="2">
                <c:v>1.1</c:v>
              </c:pt>
              <c:pt idx="3">
                <c:v>0.5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 b="1">
                  <a:solidFill>
                    <a:srgbClr val="11141A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ECEEF1"/>
              </a:solidFill>
              <a:prstDash val="solid"/>
            </a:ln>
          </c:spPr>
        </c:majorGridlines>
        <c:numFmt formatCode="0%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D647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11141A"/>
                </a:solidFill>
              </a:defRPr>
            </a:pPr>
          </a:p>
        </c:txPr>
        <c:crossAx val="48650112"/>
        <c:crossBetween val="between"/>
      </c:valAx>
      <c:spPr>
        <a:noFill xmlns:a="http://schemas.openxmlformats.org/drawingml/2006/main"/>
        <a:ln xmlns:a="http://schemas.openxmlformats.org/drawingml/2006/main" w="0">
          <a:solidFill>
            <a:srgbClr val="FAFAF7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200">
              <a:solidFill>
                <a:srgbClr val="11141A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AFAF7"/>
    </a:solidFill>
    <a:ln xmlns:a="http://schemas.openxmlformats.org/drawingml/2006/main" w="0">
      <a:solidFill>
        <a:srgbClr val="FAFAF7"/>
      </a:solidFill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text-48-44">
            <a:extLst xmlns:a="http://schemas.openxmlformats.org/drawingml/2006/main">
              <a:ext uri="{FF2B5EF4-FFF2-40B4-BE49-F238E27FC236}">
                <a16:creationId xmlns:a16="http://schemas.microsoft.com/office/drawing/2014/main" id="{D94CA31A-6CD4-4E30-B68B-382D3232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9100"/>
            <a:ext cx="4762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ÇOK DEĞİŞKENLİ İSTATİSTİK</a:t>
            </a:r>
          </a:p>
        </p:txBody>
      </p:sp>
      <p:sp>
        <p:nvSpPr>
          <p:cNvPr id="2" name="text-48-128">
            <a:extLst xmlns:a="http://schemas.openxmlformats.org/drawingml/2006/main">
              <a:ext uri="{FF2B5EF4-FFF2-40B4-BE49-F238E27FC236}">
                <a16:creationId xmlns:a16="http://schemas.microsoft.com/office/drawing/2014/main" id="{1D1C4568-C00E-44BD-B399-D06BD7799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19200"/>
            <a:ext cx="5381625" cy="2571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5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555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Kanonik</a:t>
            </a:r>
          </a:p>
          <a:p xmlns:a="http://schemas.openxmlformats.org/drawingml/2006/main">
            <a:pPr algn="l">
              <a:defRPr sz="555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555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Korelasyon</a:t>
            </a:r>
          </a:p>
          <a:p xmlns:a="http://schemas.openxmlformats.org/drawingml/2006/main">
            <a:pPr algn="l">
              <a:defRPr sz="555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555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Analizi</a:t>
            </a:r>
          </a:p>
        </p:txBody>
      </p:sp>
      <p:sp>
        <p:nvSpPr>
          <p:cNvPr id="3" name="text-48-430">
            <a:extLst xmlns:a="http://schemas.openxmlformats.org/drawingml/2006/main">
              <a:ext uri="{FF2B5EF4-FFF2-40B4-BE49-F238E27FC236}">
                <a16:creationId xmlns:a16="http://schemas.microsoft.com/office/drawing/2014/main" id="{5557AFFF-A1A6-423F-9486-9A95D10A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95750"/>
            <a:ext cx="51911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21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Kişilik ve motivasyon arasındaki çok değişkenli ilişki</a:t>
            </a:r>
          </a:p>
        </p:txBody>
      </p:sp>
      <p:cxnSp>
        <p:nvCxnSpPr>
          <p:cNvPr id="12" name="line-48-548-585-548"/>
          <p:cNvCxnSpPr/>
          <p:nvPr/>
        </p:nvCxnSpPr>
        <p:spPr>
          <a:xfrm xmlns:a="http://schemas.openxmlformats.org/drawingml/2006/main" flipV="0">
            <a:off x="457200" y="5219700"/>
            <a:ext cx="51149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5" name="text-48-572">
            <a:extLst xmlns:a="http://schemas.openxmlformats.org/drawingml/2006/main">
              <a:ext uri="{FF2B5EF4-FFF2-40B4-BE49-F238E27FC236}">
                <a16:creationId xmlns:a16="http://schemas.microsoft.com/office/drawing/2014/main" id="{9CCDCC11-3740-4824-803C-221E1DC1C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5143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Yunus Emre BÜYÜKGÜLER  ·  21020513</a:t>
            </a:r>
          </a:p>
        </p:txBody>
      </p:sp>
      <p:sp>
        <p:nvSpPr>
          <p:cNvPr id="6" name="text-48-612">
            <a:extLst xmlns:a="http://schemas.openxmlformats.org/drawingml/2006/main">
              <a:ext uri="{FF2B5EF4-FFF2-40B4-BE49-F238E27FC236}">
                <a16:creationId xmlns:a16="http://schemas.microsoft.com/office/drawing/2014/main" id="{DC60EDDA-CF00-4F75-B284-C4BEC1F8D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2930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Ders Sorumlusu: Prof. Dr. Taner TUNÇ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761c4be9b1402f"/>
          <a:srcRect xmlns:a="http://schemas.openxmlformats.org/drawingml/2006/main" l="0" t="9573" r="0" b="95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400050"/>
            <a:ext cx="5543550" cy="5600700"/>
          </a:xfrm>
          <a:prstGeom xmlns:a="http://schemas.openxmlformats.org/drawingml/2006/main" prst="roundRect">
            <a:avLst>
              <a:gd name="adj" fmla="val 3093"/>
            </a:avLst>
          </a:prstGeom>
        </p:spPr>
      </p:pic>
      <p:sp>
        <p:nvSpPr>
          <p:cNvPr id="8" name="text-1178-680">
            <a:extLst xmlns:a="http://schemas.openxmlformats.org/drawingml/2006/main">
              <a:ext uri="{FF2B5EF4-FFF2-40B4-BE49-F238E27FC236}">
                <a16:creationId xmlns:a16="http://schemas.microsoft.com/office/drawing/2014/main" id="{80049FD8-2627-433A-9F0D-A284ECDC1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0095350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eyebrow-2">
            <a:extLst xmlns:a="http://schemas.openxmlformats.org/drawingml/2006/main">
              <a:ext uri="{FF2B5EF4-FFF2-40B4-BE49-F238E27FC236}">
                <a16:creationId xmlns:a16="http://schemas.microsoft.com/office/drawing/2014/main" id="{8F3CE7A1-6DBD-4F15-B6C7-C3BF226E8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KANONİK KORELASYON ANALİZİ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C3DFAECC-0B32-4478-89C0-E5AB5A77A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5222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CCA, iki değişken seti arasındaki en güçlü ortak ekseni bulur</a:t>
            </a:r>
          </a:p>
        </p:txBody>
      </p:sp>
      <p:cxnSp>
        <p:nvCxnSpPr>
          <p:cNvPr id="44" name="footer-rule-2"/>
          <p:cNvCxnSpPr/>
          <p:nvPr/>
        </p:nvCxnSpPr>
        <p:spPr>
          <a:xfrm xmlns:a="http://schemas.openxmlformats.org/drawingml/2006/main" flipV="0">
            <a:off x="457200" y="64008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4" name="slide-num-2">
            <a:extLst xmlns:a="http://schemas.openxmlformats.org/drawingml/2006/main">
              <a:ext uri="{FF2B5EF4-FFF2-40B4-BE49-F238E27FC236}">
                <a16:creationId xmlns:a16="http://schemas.microsoft.com/office/drawing/2014/main" id="{4146F0DB-DF88-4259-9C12-0ADE6F52B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cxnSp>
        <p:nvCxnSpPr>
          <p:cNvPr id="46" name="line-117-222-465-330"/>
          <p:cNvCxnSpPr/>
          <p:nvPr/>
        </p:nvCxnSpPr>
        <p:spPr>
          <a:xfrm xmlns:a="http://schemas.openxmlformats.org/drawingml/2006/main" flipV="0">
            <a:off x="1114425" y="2114550"/>
            <a:ext cx="3314700" cy="10287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DCBF4"/>
            </a:solidFill>
            <a:prstDash val="solid"/>
          </a:ln>
        </p:spPr>
      </p:cxnSp>
      <p:cxnSp>
        <p:nvCxnSpPr>
          <p:cNvPr id="47" name="line-172-187-465-330"/>
          <p:cNvCxnSpPr/>
          <p:nvPr/>
        </p:nvCxnSpPr>
        <p:spPr>
          <a:xfrm xmlns:a="http://schemas.openxmlformats.org/drawingml/2006/main" flipV="0">
            <a:off x="1638300" y="1781175"/>
            <a:ext cx="2790825" cy="13620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DCBF4"/>
            </a:solidFill>
            <a:prstDash val="solid"/>
          </a:ln>
        </p:spPr>
      </p:cxnSp>
      <p:cxnSp>
        <p:nvCxnSpPr>
          <p:cNvPr id="48" name="line-207-252-465-330"/>
          <p:cNvCxnSpPr/>
          <p:nvPr/>
        </p:nvCxnSpPr>
        <p:spPr>
          <a:xfrm xmlns:a="http://schemas.openxmlformats.org/drawingml/2006/main" flipV="0">
            <a:off x="1971675" y="2400300"/>
            <a:ext cx="2457450" cy="7429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DCBF4"/>
            </a:solidFill>
            <a:prstDash val="solid"/>
          </a:ln>
        </p:spPr>
      </p:cxnSp>
      <p:cxnSp>
        <p:nvCxnSpPr>
          <p:cNvPr id="49" name="line-142-312-465-330"/>
          <p:cNvCxnSpPr/>
          <p:nvPr/>
        </p:nvCxnSpPr>
        <p:spPr>
          <a:xfrm xmlns:a="http://schemas.openxmlformats.org/drawingml/2006/main" flipV="0">
            <a:off x="1352550" y="2971800"/>
            <a:ext cx="3076575" cy="1714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DCBF4"/>
            </a:solidFill>
            <a:prstDash val="solid"/>
          </a:ln>
        </p:spPr>
      </p:cxnSp>
      <p:cxnSp>
        <p:nvCxnSpPr>
          <p:cNvPr id="50" name="line-232-332-465-330"/>
          <p:cNvCxnSpPr/>
          <p:nvPr/>
        </p:nvCxnSpPr>
        <p:spPr>
          <a:xfrm xmlns:a="http://schemas.openxmlformats.org/drawingml/2006/main" flipV="1">
            <a:off x="2209800" y="3143250"/>
            <a:ext cx="2219325" cy="190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DCBF4"/>
            </a:solidFill>
            <a:prstDash val="solid"/>
          </a:ln>
        </p:spPr>
      </p:cxnSp>
      <p:cxnSp>
        <p:nvCxnSpPr>
          <p:cNvPr id="51" name="line-187-387-465-330"/>
          <p:cNvCxnSpPr/>
          <p:nvPr/>
        </p:nvCxnSpPr>
        <p:spPr>
          <a:xfrm xmlns:a="http://schemas.openxmlformats.org/drawingml/2006/main" flipV="1">
            <a:off x="1781175" y="3143250"/>
            <a:ext cx="264795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DCBF4"/>
            </a:solidFill>
            <a:prstDash val="solid"/>
          </a:ln>
        </p:spPr>
      </p:cxnSp>
      <p:cxnSp>
        <p:nvCxnSpPr>
          <p:cNvPr id="52" name="line-107-412-465-330"/>
          <p:cNvCxnSpPr/>
          <p:nvPr/>
        </p:nvCxnSpPr>
        <p:spPr>
          <a:xfrm xmlns:a="http://schemas.openxmlformats.org/drawingml/2006/main" flipV="1">
            <a:off x="1019175" y="3143250"/>
            <a:ext cx="3409950" cy="7810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6DCBF4"/>
            </a:solidFill>
            <a:prstDash val="solid"/>
          </a:ln>
        </p:spPr>
      </p:cxnSp>
      <p:cxnSp>
        <p:nvCxnSpPr>
          <p:cNvPr id="53" name="line-815-330-1082-197"/>
          <p:cNvCxnSpPr/>
          <p:nvPr/>
        </p:nvCxnSpPr>
        <p:spPr>
          <a:xfrm xmlns:a="http://schemas.openxmlformats.org/drawingml/2006/main" flipV="1">
            <a:off x="7762875" y="1876425"/>
            <a:ext cx="2543175" cy="126682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F2674A"/>
            </a:solidFill>
            <a:prstDash val="solid"/>
          </a:ln>
        </p:spPr>
      </p:cxnSp>
      <p:cxnSp>
        <p:nvCxnSpPr>
          <p:cNvPr id="54" name="line-815-330-1147-242"/>
          <p:cNvCxnSpPr/>
          <p:nvPr/>
        </p:nvCxnSpPr>
        <p:spPr>
          <a:xfrm xmlns:a="http://schemas.openxmlformats.org/drawingml/2006/main" flipV="1">
            <a:off x="7762875" y="2305050"/>
            <a:ext cx="3162300" cy="8382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F2674A"/>
            </a:solidFill>
            <a:prstDash val="solid"/>
          </a:ln>
        </p:spPr>
      </p:cxnSp>
      <p:cxnSp>
        <p:nvCxnSpPr>
          <p:cNvPr id="55" name="line-815-330-1047-292"/>
          <p:cNvCxnSpPr/>
          <p:nvPr/>
        </p:nvCxnSpPr>
        <p:spPr>
          <a:xfrm xmlns:a="http://schemas.openxmlformats.org/drawingml/2006/main" flipV="1">
            <a:off x="7762875" y="2781300"/>
            <a:ext cx="2209800" cy="3619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F2674A"/>
            </a:solidFill>
            <a:prstDash val="solid"/>
          </a:ln>
        </p:spPr>
      </p:cxnSp>
      <p:cxnSp>
        <p:nvCxnSpPr>
          <p:cNvPr id="56" name="line-815-330-1192-327"/>
          <p:cNvCxnSpPr/>
          <p:nvPr/>
        </p:nvCxnSpPr>
        <p:spPr>
          <a:xfrm xmlns:a="http://schemas.openxmlformats.org/drawingml/2006/main" flipV="1">
            <a:off x="7762875" y="3114675"/>
            <a:ext cx="3590925" cy="285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F2674A"/>
            </a:solidFill>
            <a:prstDash val="solid"/>
          </a:ln>
        </p:spPr>
      </p:cxnSp>
      <p:cxnSp>
        <p:nvCxnSpPr>
          <p:cNvPr id="57" name="line-815-330-1102-372"/>
          <p:cNvCxnSpPr/>
          <p:nvPr/>
        </p:nvCxnSpPr>
        <p:spPr>
          <a:xfrm xmlns:a="http://schemas.openxmlformats.org/drawingml/2006/main" flipV="0">
            <a:off x="7762875" y="3143250"/>
            <a:ext cx="2733675" cy="40005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F2674A"/>
            </a:solidFill>
            <a:prstDash val="solid"/>
          </a:ln>
        </p:spPr>
      </p:cxnSp>
      <p:cxnSp>
        <p:nvCxnSpPr>
          <p:cNvPr id="58" name="line-815-330-1172-417"/>
          <p:cNvCxnSpPr/>
          <p:nvPr/>
        </p:nvCxnSpPr>
        <p:spPr>
          <a:xfrm xmlns:a="http://schemas.openxmlformats.org/drawingml/2006/main" flipV="0">
            <a:off x="7762875" y="3143250"/>
            <a:ext cx="3400425" cy="828675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F2674A"/>
            </a:solidFill>
            <a:prstDash val="solid"/>
          </a:ln>
        </p:spPr>
      </p:cxnSp>
      <p:cxnSp>
        <p:nvCxnSpPr>
          <p:cNvPr id="59" name="line-815-330-1037-442"/>
          <p:cNvCxnSpPr/>
          <p:nvPr/>
        </p:nvCxnSpPr>
        <p:spPr>
          <a:xfrm xmlns:a="http://schemas.openxmlformats.org/drawingml/2006/main" flipV="0">
            <a:off x="7762875" y="3143250"/>
            <a:ext cx="211455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12383">
            <a:solidFill>
              <a:srgbClr val="F2674A"/>
            </a:solidFill>
            <a:prstDash val="solid"/>
          </a:ln>
        </p:spPr>
      </p:cxnSp>
      <p:cxnSp>
        <p:nvCxnSpPr>
          <p:cNvPr id="60" name="line-550-330-730-330"/>
          <p:cNvCxnSpPr/>
          <p:nvPr/>
        </p:nvCxnSpPr>
        <p:spPr>
          <a:xfrm xmlns:a="http://schemas.openxmlformats.org/drawingml/2006/main" flipV="0">
            <a:off x="5238750" y="3143250"/>
            <a:ext cx="171450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1141A"/>
            </a:solidFill>
            <a:prstDash val="solid"/>
          </a:ln>
        </p:spPr>
      </p:cxnSp>
      <p:sp>
        <p:nvSpPr>
          <p:cNvPr id="20" name="rect-105-210">
            <a:extLst xmlns:a="http://schemas.openxmlformats.org/drawingml/2006/main">
              <a:ext uri="{FF2B5EF4-FFF2-40B4-BE49-F238E27FC236}">
                <a16:creationId xmlns:a16="http://schemas.microsoft.com/office/drawing/2014/main" id="{9D25EFE1-761B-4DC0-BFCB-7320F153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002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ct-160-175">
            <a:extLst xmlns:a="http://schemas.openxmlformats.org/drawingml/2006/main">
              <a:ext uri="{FF2B5EF4-FFF2-40B4-BE49-F238E27FC236}">
                <a16:creationId xmlns:a16="http://schemas.microsoft.com/office/drawing/2014/main" id="{DFC4B6E3-23E6-4726-802E-F163B7A12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16668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ct-195-240">
            <a:extLst xmlns:a="http://schemas.openxmlformats.org/drawingml/2006/main">
              <a:ext uri="{FF2B5EF4-FFF2-40B4-BE49-F238E27FC236}">
                <a16:creationId xmlns:a16="http://schemas.microsoft.com/office/drawing/2014/main" id="{137648B6-D98C-4885-9321-2C31C305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286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ct-130-300">
            <a:extLst xmlns:a="http://schemas.openxmlformats.org/drawingml/2006/main">
              <a:ext uri="{FF2B5EF4-FFF2-40B4-BE49-F238E27FC236}">
                <a16:creationId xmlns:a16="http://schemas.microsoft.com/office/drawing/2014/main" id="{F6616AA4-4252-4E28-A3AC-5BB4D8B6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8575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rect-220-320">
            <a:extLst xmlns:a="http://schemas.openxmlformats.org/drawingml/2006/main">
              <a:ext uri="{FF2B5EF4-FFF2-40B4-BE49-F238E27FC236}">
                <a16:creationId xmlns:a16="http://schemas.microsoft.com/office/drawing/2014/main" id="{F4E8FFA8-7540-45B7-8E84-174B8B30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48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ect-175-375">
            <a:extLst xmlns:a="http://schemas.openxmlformats.org/drawingml/2006/main">
              <a:ext uri="{FF2B5EF4-FFF2-40B4-BE49-F238E27FC236}">
                <a16:creationId xmlns:a16="http://schemas.microsoft.com/office/drawing/2014/main" id="{E7C7B0B8-BCDD-408F-A75E-3DAE2055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5718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ect-95-400">
            <a:extLst xmlns:a="http://schemas.openxmlformats.org/drawingml/2006/main">
              <a:ext uri="{FF2B5EF4-FFF2-40B4-BE49-F238E27FC236}">
                <a16:creationId xmlns:a16="http://schemas.microsoft.com/office/drawing/2014/main" id="{F501943A-C802-4C8C-8E41-72F0328A1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10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ect-1070-185">
            <a:extLst xmlns:a="http://schemas.openxmlformats.org/drawingml/2006/main">
              <a:ext uri="{FF2B5EF4-FFF2-40B4-BE49-F238E27FC236}">
                <a16:creationId xmlns:a16="http://schemas.microsoft.com/office/drawing/2014/main" id="{6FA826C1-E369-4B50-8A95-9BDE7677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17621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rect-1135-230">
            <a:extLst xmlns:a="http://schemas.openxmlformats.org/drawingml/2006/main">
              <a:ext uri="{FF2B5EF4-FFF2-40B4-BE49-F238E27FC236}">
                <a16:creationId xmlns:a16="http://schemas.microsoft.com/office/drawing/2014/main" id="{4B408701-3B42-4424-8D36-559BFC9E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0875" y="2190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ect-1035-280">
            <a:extLst xmlns:a="http://schemas.openxmlformats.org/drawingml/2006/main">
              <a:ext uri="{FF2B5EF4-FFF2-40B4-BE49-F238E27FC236}">
                <a16:creationId xmlns:a16="http://schemas.microsoft.com/office/drawing/2014/main" id="{C01E9C64-CA74-4F39-B6FA-9CCBE976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667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rect-1180-315">
            <a:extLst xmlns:a="http://schemas.openxmlformats.org/drawingml/2006/main">
              <a:ext uri="{FF2B5EF4-FFF2-40B4-BE49-F238E27FC236}">
                <a16:creationId xmlns:a16="http://schemas.microsoft.com/office/drawing/2014/main" id="{B3F00E81-FF2D-4461-A99E-EE3CD4896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300037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rect-1090-360">
            <a:extLst xmlns:a="http://schemas.openxmlformats.org/drawingml/2006/main">
              <a:ext uri="{FF2B5EF4-FFF2-40B4-BE49-F238E27FC236}">
                <a16:creationId xmlns:a16="http://schemas.microsoft.com/office/drawing/2014/main" id="{E56A3C51-89E8-4C84-921D-91B5DA3F3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42900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rect-1160-405">
            <a:extLst xmlns:a="http://schemas.openxmlformats.org/drawingml/2006/main">
              <a:ext uri="{FF2B5EF4-FFF2-40B4-BE49-F238E27FC236}">
                <a16:creationId xmlns:a16="http://schemas.microsoft.com/office/drawing/2014/main" id="{0A8BFD96-AB4B-4FEC-A27C-37AE98294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8576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ct-1025-430">
            <a:extLst xmlns:a="http://schemas.openxmlformats.org/drawingml/2006/main">
              <a:ext uri="{FF2B5EF4-FFF2-40B4-BE49-F238E27FC236}">
                <a16:creationId xmlns:a16="http://schemas.microsoft.com/office/drawing/2014/main" id="{066D38AC-7848-4211-9BD0-59E2EB37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4095750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rect-450-285">
            <a:extLst xmlns:a="http://schemas.openxmlformats.org/drawingml/2006/main">
              <a:ext uri="{FF2B5EF4-FFF2-40B4-BE49-F238E27FC236}">
                <a16:creationId xmlns:a16="http://schemas.microsoft.com/office/drawing/2014/main" id="{45AD0C5E-A04B-4042-AEA7-262C5F2DD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714625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FDB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5" name="rect-730-285">
            <a:extLst xmlns:a="http://schemas.openxmlformats.org/drawingml/2006/main">
              <a:ext uri="{FF2B5EF4-FFF2-40B4-BE49-F238E27FC236}">
                <a16:creationId xmlns:a16="http://schemas.microsoft.com/office/drawing/2014/main" id="{0C85486D-B86D-431D-A1D5-9D19A7201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14625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38100">
            <a:solidFill>
              <a:srgbClr val="FFFFFF"/>
            </a:solidFill>
            <a:prstDash val="solid"/>
          </a:ln>
        </p:spPr>
      </p:sp>
      <p:sp>
        <p:nvSpPr>
          <p:cNvPr id="36" name="text-450-307">
            <a:extLst xmlns:a="http://schemas.openxmlformats.org/drawingml/2006/main">
              <a:ext uri="{FF2B5EF4-FFF2-40B4-BE49-F238E27FC236}">
                <a16:creationId xmlns:a16="http://schemas.microsoft.com/office/drawing/2014/main" id="{E8CEA4A1-6701-4B02-8E07-269868261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2417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U₁</a:t>
            </a:r>
          </a:p>
        </p:txBody>
      </p:sp>
      <p:sp>
        <p:nvSpPr>
          <p:cNvPr id="37" name="text-730-307">
            <a:extLst xmlns:a="http://schemas.openxmlformats.org/drawingml/2006/main">
              <a:ext uri="{FF2B5EF4-FFF2-40B4-BE49-F238E27FC236}">
                <a16:creationId xmlns:a16="http://schemas.microsoft.com/office/drawing/2014/main" id="{96BFB08C-9A27-4731-8521-C84D3BAF8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24175"/>
            <a:ext cx="85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V₁</a:t>
            </a:r>
          </a:p>
        </p:txBody>
      </p:sp>
      <p:sp>
        <p:nvSpPr>
          <p:cNvPr id="38" name="text-70-500">
            <a:extLst xmlns:a="http://schemas.openxmlformats.org/drawingml/2006/main">
              <a:ext uri="{FF2B5EF4-FFF2-40B4-BE49-F238E27FC236}">
                <a16:creationId xmlns:a16="http://schemas.microsoft.com/office/drawing/2014/main" id="{75571145-275F-409B-AD34-22831F6D9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62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Motivasyon seti</a:t>
            </a:r>
          </a:p>
        </p:txBody>
      </p:sp>
      <p:sp>
        <p:nvSpPr>
          <p:cNvPr id="39" name="text-960-500">
            <a:extLst xmlns:a="http://schemas.openxmlformats.org/drawingml/2006/main">
              <a:ext uri="{FF2B5EF4-FFF2-40B4-BE49-F238E27FC236}">
                <a16:creationId xmlns:a16="http://schemas.microsoft.com/office/drawing/2014/main" id="{98FD7F67-9E2A-4F47-87F8-0C2DE327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76250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Kişilik seti</a:t>
            </a:r>
          </a:p>
        </p:txBody>
      </p:sp>
      <p:sp>
        <p:nvSpPr>
          <p:cNvPr id="40" name="text-500-400">
            <a:extLst xmlns:a="http://schemas.openxmlformats.org/drawingml/2006/main">
              <a:ext uri="{FF2B5EF4-FFF2-40B4-BE49-F238E27FC236}">
                <a16:creationId xmlns:a16="http://schemas.microsoft.com/office/drawing/2014/main" id="{2161D9B7-8C29-4EF9-8DD2-67CCABA49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81000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maksimum corr(U₁, V₁)</a:t>
            </a:r>
          </a:p>
        </p:txBody>
      </p:sp>
      <p:sp>
        <p:nvSpPr>
          <p:cNvPr id="41" name="text-260-565">
            <a:extLst xmlns:a="http://schemas.openxmlformats.org/drawingml/2006/main">
              <a:ext uri="{FF2B5EF4-FFF2-40B4-BE49-F238E27FC236}">
                <a16:creationId xmlns:a16="http://schemas.microsoft.com/office/drawing/2014/main" id="{67630E1C-053E-4D8C-A0A9-8588C4FD3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81625"/>
            <a:ext cx="7239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Her iki taraftaki gözlenen değişkenler, kendi içlerinde ağırlıklandırılarak birer kanonik değişkene dönüştürülür.</a:t>
            </a:r>
          </a:p>
        </p:txBody>
      </p:sp>
    </p:spTree>
    <p:extLst>
      <p:ext uri="{BB962C8B-B14F-4D97-AF65-F5344CB8AC3E}">
        <p14:creationId xmlns:p14="http://schemas.microsoft.com/office/powerpoint/2010/main" val="63437619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eyebrow-3">
            <a:extLst xmlns:a="http://schemas.openxmlformats.org/drawingml/2006/main">
              <a:ext uri="{FF2B5EF4-FFF2-40B4-BE49-F238E27FC236}">
                <a16:creationId xmlns:a16="http://schemas.microsoft.com/office/drawing/2014/main" id="{731DC096-A8D7-4F08-9C15-73F5823C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KANONİK KORELASYON ANALİZİ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6B502573-3B27-4A2E-95F7-88871A0A6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961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Her fonksiyon, önceki ilişkiyi tüketmeden yeni bir boyut ekler</a:t>
            </a:r>
          </a:p>
        </p:txBody>
      </p:sp>
      <p:cxnSp>
        <p:nvCxnSpPr>
          <p:cNvPr id="22" name="footer-rule-3"/>
          <p:cNvCxnSpPr/>
          <p:nvPr/>
        </p:nvCxnSpPr>
        <p:spPr>
          <a:xfrm xmlns:a="http://schemas.openxmlformats.org/drawingml/2006/main" flipV="0">
            <a:off x="457200" y="64008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4" name="slide-num-3">
            <a:extLst xmlns:a="http://schemas.openxmlformats.org/drawingml/2006/main">
              <a:ext uri="{FF2B5EF4-FFF2-40B4-BE49-F238E27FC236}">
                <a16:creationId xmlns:a16="http://schemas.microsoft.com/office/drawing/2014/main" id="{3A5CB141-053E-4382-B847-EDB801324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cxnSp>
        <p:nvCxnSpPr>
          <p:cNvPr id="24" name="line-380-360-455-360"/>
          <p:cNvCxnSpPr/>
          <p:nvPr/>
        </p:nvCxnSpPr>
        <p:spPr>
          <a:xfrm xmlns:a="http://schemas.openxmlformats.org/drawingml/2006/main" flipH="0" flipV="0">
            <a:off x="3619500" y="342900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1141A"/>
            </a:solidFill>
            <a:prstDash val="solid"/>
          </a:ln>
        </p:spPr>
      </p:cxnSp>
      <p:cxnSp>
        <p:nvCxnSpPr>
          <p:cNvPr id="25" name="line-780-360-855-360"/>
          <p:cNvCxnSpPr/>
          <p:nvPr/>
        </p:nvCxnSpPr>
        <p:spPr>
          <a:xfrm xmlns:a="http://schemas.openxmlformats.org/drawingml/2006/main" flipH="0" flipV="0">
            <a:off x="7429500" y="3429000"/>
            <a:ext cx="71437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1141A"/>
            </a:solidFill>
            <a:prstDash val="solid"/>
          </a:ln>
        </p:spPr>
      </p:cxnSp>
      <p:sp>
        <p:nvSpPr>
          <p:cNvPr id="7" name="rect-55-180">
            <a:extLst xmlns:a="http://schemas.openxmlformats.org/drawingml/2006/main">
              <a:ext uri="{FF2B5EF4-FFF2-40B4-BE49-F238E27FC236}">
                <a16:creationId xmlns:a16="http://schemas.microsoft.com/office/drawing/2014/main" id="{D56DB966-8347-43F6-BBE5-753155B9C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3143250" cy="3524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8" name="text-79-205">
            <a:extLst xmlns:a="http://schemas.openxmlformats.org/drawingml/2006/main">
              <a:ext uri="{FF2B5EF4-FFF2-40B4-BE49-F238E27FC236}">
                <a16:creationId xmlns:a16="http://schemas.microsoft.com/office/drawing/2014/main" id="{EB99590D-05EB-4546-846B-7307400B8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19526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text-79-285">
            <a:extLst xmlns:a="http://schemas.openxmlformats.org/drawingml/2006/main">
              <a:ext uri="{FF2B5EF4-FFF2-40B4-BE49-F238E27FC236}">
                <a16:creationId xmlns:a16="http://schemas.microsoft.com/office/drawing/2014/main" id="{9E4D5CC1-B20E-4582-ACF8-3B854F726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14625"/>
            <a:ext cx="2686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Veriyi hazırla</a:t>
            </a:r>
          </a:p>
        </p:txBody>
      </p:sp>
      <p:sp>
        <p:nvSpPr>
          <p:cNvPr id="10" name="text-79-380">
            <a:extLst xmlns:a="http://schemas.openxmlformats.org/drawingml/2006/main">
              <a:ext uri="{FF2B5EF4-FFF2-40B4-BE49-F238E27FC236}">
                <a16:creationId xmlns:a16="http://schemas.microsoft.com/office/drawing/2014/main" id="{3F97B880-87D4-4F0A-A413-4CFC31FC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3619500"/>
            <a:ext cx="2686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Doğrusallık, dağılım, aykırı değer ve çoklu bağlantı kontrollerini yap.</a:t>
            </a:r>
          </a:p>
        </p:txBody>
      </p:sp>
      <p:sp>
        <p:nvSpPr>
          <p:cNvPr id="11" name="rect-455-180">
            <a:extLst xmlns:a="http://schemas.openxmlformats.org/drawingml/2006/main">
              <a:ext uri="{FF2B5EF4-FFF2-40B4-BE49-F238E27FC236}">
                <a16:creationId xmlns:a16="http://schemas.microsoft.com/office/drawing/2014/main" id="{1E9867DE-7331-468F-8DDA-028589837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14500"/>
            <a:ext cx="3143250" cy="3524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12" name="text-479-205">
            <a:extLst xmlns:a="http://schemas.openxmlformats.org/drawingml/2006/main">
              <a:ext uri="{FF2B5EF4-FFF2-40B4-BE49-F238E27FC236}">
                <a16:creationId xmlns:a16="http://schemas.microsoft.com/office/drawing/2014/main" id="{7B1EECFA-9F01-4F9F-9DA9-F762F5741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9526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text-479-285">
            <a:extLst xmlns:a="http://schemas.openxmlformats.org/drawingml/2006/main">
              <a:ext uri="{FF2B5EF4-FFF2-40B4-BE49-F238E27FC236}">
                <a16:creationId xmlns:a16="http://schemas.microsoft.com/office/drawing/2014/main" id="{C5F11801-09DF-4329-9C46-4D2DCAF4F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14625"/>
            <a:ext cx="2686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Doğrusal birleşimleri kur</a:t>
            </a:r>
          </a:p>
        </p:txBody>
      </p:sp>
      <p:sp>
        <p:nvSpPr>
          <p:cNvPr id="14" name="text-479-380">
            <a:extLst xmlns:a="http://schemas.openxmlformats.org/drawingml/2006/main">
              <a:ext uri="{FF2B5EF4-FFF2-40B4-BE49-F238E27FC236}">
                <a16:creationId xmlns:a16="http://schemas.microsoft.com/office/drawing/2014/main" id="{CE82F95D-0360-43C7-BE55-896FE68DD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619500"/>
            <a:ext cx="2686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Uₖ = aₖ′X ve Vₖ = bₖ′Y ağırlıklarını, korelasyon en büyük olacak biçimde seç.</a:t>
            </a:r>
          </a:p>
        </p:txBody>
      </p:sp>
      <p:sp>
        <p:nvSpPr>
          <p:cNvPr id="15" name="rect-855-180">
            <a:extLst xmlns:a="http://schemas.openxmlformats.org/drawingml/2006/main">
              <a:ext uri="{FF2B5EF4-FFF2-40B4-BE49-F238E27FC236}">
                <a16:creationId xmlns:a16="http://schemas.microsoft.com/office/drawing/2014/main" id="{4921DE08-1025-4E18-B4DE-1A4D897B9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14500"/>
            <a:ext cx="3143250" cy="3524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16" name="text-879-205">
            <a:extLst xmlns:a="http://schemas.openxmlformats.org/drawingml/2006/main">
              <a:ext uri="{FF2B5EF4-FFF2-40B4-BE49-F238E27FC236}">
                <a16:creationId xmlns:a16="http://schemas.microsoft.com/office/drawing/2014/main" id="{0A729B0A-2F5A-4E5C-911E-F50A25196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952625"/>
            <a:ext cx="66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7" name="text-879-285">
            <a:extLst xmlns:a="http://schemas.openxmlformats.org/drawingml/2006/main">
              <a:ext uri="{FF2B5EF4-FFF2-40B4-BE49-F238E27FC236}">
                <a16:creationId xmlns:a16="http://schemas.microsoft.com/office/drawing/2014/main" id="{5D5A3068-0FBD-499E-A81F-BB23FEF8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714625"/>
            <a:ext cx="26860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462"/>
          </a:bodyPr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2325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Fonksiyonları sırala</a:t>
            </a:r>
          </a:p>
        </p:txBody>
      </p:sp>
      <p:sp>
        <p:nvSpPr>
          <p:cNvPr id="18" name="text-879-380">
            <a:extLst xmlns:a="http://schemas.openxmlformats.org/drawingml/2006/main">
              <a:ext uri="{FF2B5EF4-FFF2-40B4-BE49-F238E27FC236}">
                <a16:creationId xmlns:a16="http://schemas.microsoft.com/office/drawing/2014/main" id="{90906BA5-CE02-4509-AD31-C9CE38D51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619500"/>
            <a:ext cx="26860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İlk çift en güçlüdür; sonraki çiftler önceki kanonik değişkenlere ortogonaldir.</a:t>
            </a:r>
          </a:p>
        </p:txBody>
      </p:sp>
      <p:sp>
        <p:nvSpPr>
          <p:cNvPr id="19" name="text-415-585">
            <a:extLst xmlns:a="http://schemas.openxmlformats.org/drawingml/2006/main">
              <a:ext uri="{FF2B5EF4-FFF2-40B4-BE49-F238E27FC236}">
                <a16:creationId xmlns:a16="http://schemas.microsoft.com/office/drawing/2014/main" id="{8BE82F4A-5004-4267-8E15-9AE36455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2875" y="55721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Fonksiyon sayısı = min(p, q)</a:t>
            </a:r>
          </a:p>
        </p:txBody>
      </p:sp>
    </p:spTree>
    <p:extLst>
      <p:ext uri="{BB962C8B-B14F-4D97-AF65-F5344CB8AC3E}">
        <p14:creationId xmlns:p14="http://schemas.microsoft.com/office/powerpoint/2010/main" val="113244829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yebrow-4">
            <a:extLst xmlns:a="http://schemas.openxmlformats.org/drawingml/2006/main">
              <a:ext uri="{FF2B5EF4-FFF2-40B4-BE49-F238E27FC236}">
                <a16:creationId xmlns:a16="http://schemas.microsoft.com/office/drawing/2014/main" id="{5F2A6894-91F4-4094-9E17-D88B0957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KANONİK KORELASYON ANALİZİ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6A98CD59-135A-44A3-A2C6-C16826053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Geçerli çıkarım için beş kontrol kritik</a:t>
            </a:r>
          </a:p>
        </p:txBody>
      </p:sp>
      <p:cxnSp>
        <p:nvCxnSpPr>
          <p:cNvPr id="28" name="footer-rule-4"/>
          <p:cNvCxnSpPr/>
          <p:nvPr/>
        </p:nvCxnSpPr>
        <p:spPr>
          <a:xfrm xmlns:a="http://schemas.openxmlformats.org/drawingml/2006/main" flipV="0">
            <a:off x="457200" y="64008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4" name="slide-num-4">
            <a:extLst xmlns:a="http://schemas.openxmlformats.org/drawingml/2006/main">
              <a:ext uri="{FF2B5EF4-FFF2-40B4-BE49-F238E27FC236}">
                <a16:creationId xmlns:a16="http://schemas.microsoft.com/office/drawing/2014/main" id="{B63B7590-0493-489C-BB50-8A4C208B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cxnSp>
        <p:nvCxnSpPr>
          <p:cNvPr id="30" name="line-120-170-120-590"/>
          <p:cNvCxnSpPr/>
          <p:nvPr/>
        </p:nvCxnSpPr>
        <p:spPr>
          <a:xfrm xmlns:a="http://schemas.openxmlformats.org/drawingml/2006/main" flipV="0">
            <a:off x="1143000" y="1619250"/>
            <a:ext cx="0" cy="4000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CDD4"/>
            </a:solidFill>
            <a:prstDash val="solid"/>
          </a:ln>
        </p:spPr>
      </p:cxnSp>
      <p:sp>
        <p:nvSpPr>
          <p:cNvPr id="6" name="rect-93-164">
            <a:extLst xmlns:a="http://schemas.openxmlformats.org/drawingml/2006/main">
              <a:ext uri="{FF2B5EF4-FFF2-40B4-BE49-F238E27FC236}">
                <a16:creationId xmlns:a16="http://schemas.microsoft.com/office/drawing/2014/main" id="{F3196BC1-F0BE-498C-8318-53BE0FDB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5621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93-178">
            <a:extLst xmlns:a="http://schemas.openxmlformats.org/drawingml/2006/main">
              <a:ext uri="{FF2B5EF4-FFF2-40B4-BE49-F238E27FC236}">
                <a16:creationId xmlns:a16="http://schemas.microsoft.com/office/drawing/2014/main" id="{00D16652-0AF9-4138-BC3F-D1B25B868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16954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text-185-154">
            <a:extLst xmlns:a="http://schemas.openxmlformats.org/drawingml/2006/main">
              <a:ext uri="{FF2B5EF4-FFF2-40B4-BE49-F238E27FC236}">
                <a16:creationId xmlns:a16="http://schemas.microsoft.com/office/drawing/2014/main" id="{558547E6-44DB-4032-A2AB-4CB51261E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14668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Doğrusallık</a:t>
            </a:r>
          </a:p>
        </p:txBody>
      </p:sp>
      <p:sp>
        <p:nvSpPr>
          <p:cNvPr id="9" name="text-525-154">
            <a:extLst xmlns:a="http://schemas.openxmlformats.org/drawingml/2006/main">
              <a:ext uri="{FF2B5EF4-FFF2-40B4-BE49-F238E27FC236}">
                <a16:creationId xmlns:a16="http://schemas.microsoft.com/office/drawing/2014/main" id="{28DF540B-E5F5-459E-AB84-20681B6FF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4668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Her set ile kanonik değişkenler arasındaki ilişkiler doğrusal olmalı.</a:t>
            </a:r>
          </a:p>
        </p:txBody>
      </p:sp>
      <p:sp>
        <p:nvSpPr>
          <p:cNvPr id="10" name="rect-93-252">
            <a:extLst xmlns:a="http://schemas.openxmlformats.org/drawingml/2006/main">
              <a:ext uri="{FF2B5EF4-FFF2-40B4-BE49-F238E27FC236}">
                <a16:creationId xmlns:a16="http://schemas.microsoft.com/office/drawing/2014/main" id="{128EF2B1-F551-4D46-99FE-20776A63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4003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text-93-266">
            <a:extLst xmlns:a="http://schemas.openxmlformats.org/drawingml/2006/main">
              <a:ext uri="{FF2B5EF4-FFF2-40B4-BE49-F238E27FC236}">
                <a16:creationId xmlns:a16="http://schemas.microsoft.com/office/drawing/2014/main" id="{893CF184-6E6F-442D-BD7F-4132ED401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253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text-185-242">
            <a:extLst xmlns:a="http://schemas.openxmlformats.org/drawingml/2006/main">
              <a:ext uri="{FF2B5EF4-FFF2-40B4-BE49-F238E27FC236}">
                <a16:creationId xmlns:a16="http://schemas.microsoft.com/office/drawing/2014/main" id="{97B9A327-D4A6-4AAD-BFD7-EB29238F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3050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Çok değişkenli normallik</a:t>
            </a:r>
          </a:p>
        </p:txBody>
      </p:sp>
      <p:sp>
        <p:nvSpPr>
          <p:cNvPr id="13" name="text-525-242">
            <a:extLst xmlns:a="http://schemas.openxmlformats.org/drawingml/2006/main">
              <a:ext uri="{FF2B5EF4-FFF2-40B4-BE49-F238E27FC236}">
                <a16:creationId xmlns:a16="http://schemas.microsoft.com/office/drawing/2014/main" id="{2F2C28A4-272E-4F45-804E-C39BF0839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23050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Özellikle Wilks’ Lambda gibi anlamlılık testlerinin geçerliliği için önemlidir.</a:t>
            </a:r>
          </a:p>
        </p:txBody>
      </p:sp>
      <p:sp>
        <p:nvSpPr>
          <p:cNvPr id="14" name="rect-93-340">
            <a:extLst xmlns:a="http://schemas.openxmlformats.org/drawingml/2006/main">
              <a:ext uri="{FF2B5EF4-FFF2-40B4-BE49-F238E27FC236}">
                <a16:creationId xmlns:a16="http://schemas.microsoft.com/office/drawing/2014/main" id="{D24E4FD4-5942-4F08-9617-D492C2634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2385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text-93-354">
            <a:extLst xmlns:a="http://schemas.openxmlformats.org/drawingml/2006/main">
              <a:ext uri="{FF2B5EF4-FFF2-40B4-BE49-F238E27FC236}">
                <a16:creationId xmlns:a16="http://schemas.microsoft.com/office/drawing/2014/main" id="{EEAD7F84-F46F-4202-880E-340FA386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33718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text-185-330">
            <a:extLst xmlns:a="http://schemas.openxmlformats.org/drawingml/2006/main">
              <a:ext uri="{FF2B5EF4-FFF2-40B4-BE49-F238E27FC236}">
                <a16:creationId xmlns:a16="http://schemas.microsoft.com/office/drawing/2014/main" id="{1C4E4A7F-8D34-4EC3-B3F8-B0AC6650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1432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345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Varyans–kovaryans homojenliği</a:t>
            </a:r>
          </a:p>
        </p:txBody>
      </p:sp>
      <p:sp>
        <p:nvSpPr>
          <p:cNvPr id="17" name="text-525-330">
            <a:extLst xmlns:a="http://schemas.openxmlformats.org/drawingml/2006/main">
              <a:ext uri="{FF2B5EF4-FFF2-40B4-BE49-F238E27FC236}">
                <a16:creationId xmlns:a16="http://schemas.microsoft.com/office/drawing/2014/main" id="{08F3A495-1A16-4F8E-8F9C-8AF6D73F2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1432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Örneklem alt gruplarında aşırı farklı saçılımlar bulunmamalı.</a:t>
            </a:r>
          </a:p>
        </p:txBody>
      </p:sp>
      <p:sp>
        <p:nvSpPr>
          <p:cNvPr id="18" name="rect-93-428">
            <a:extLst xmlns:a="http://schemas.openxmlformats.org/drawingml/2006/main">
              <a:ext uri="{FF2B5EF4-FFF2-40B4-BE49-F238E27FC236}">
                <a16:creationId xmlns:a16="http://schemas.microsoft.com/office/drawing/2014/main" id="{C42881EA-6C2F-4B7C-B03D-9DF63B3A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0767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text-93-442">
            <a:extLst xmlns:a="http://schemas.openxmlformats.org/drawingml/2006/main">
              <a:ext uri="{FF2B5EF4-FFF2-40B4-BE49-F238E27FC236}">
                <a16:creationId xmlns:a16="http://schemas.microsoft.com/office/drawing/2014/main" id="{B443EE36-D3AB-454E-9493-1D23E782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2100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text-185-418">
            <a:extLst xmlns:a="http://schemas.openxmlformats.org/drawingml/2006/main">
              <a:ext uri="{FF2B5EF4-FFF2-40B4-BE49-F238E27FC236}">
                <a16:creationId xmlns:a16="http://schemas.microsoft.com/office/drawing/2014/main" id="{62E5E513-395B-42DC-98C0-C3BE960D7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39814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Çoklu bağlantı ve tekillik</a:t>
            </a:r>
          </a:p>
        </p:txBody>
      </p:sp>
      <p:sp>
        <p:nvSpPr>
          <p:cNvPr id="21" name="text-525-418">
            <a:extLst xmlns:a="http://schemas.openxmlformats.org/drawingml/2006/main">
              <a:ext uri="{FF2B5EF4-FFF2-40B4-BE49-F238E27FC236}">
                <a16:creationId xmlns:a16="http://schemas.microsoft.com/office/drawing/2014/main" id="{311D34E2-7E55-48AC-A204-86535BB7B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39814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Set içindeki aşırı yüksek korelasyonlar ağırlıkları kararsızlaştırabilir.</a:t>
            </a:r>
          </a:p>
        </p:txBody>
      </p:sp>
      <p:sp>
        <p:nvSpPr>
          <p:cNvPr id="22" name="rect-93-516">
            <a:extLst xmlns:a="http://schemas.openxmlformats.org/drawingml/2006/main">
              <a:ext uri="{FF2B5EF4-FFF2-40B4-BE49-F238E27FC236}">
                <a16:creationId xmlns:a16="http://schemas.microsoft.com/office/drawing/2014/main" id="{97D8E61C-6C9D-4D7B-AD32-AE8E263E1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4914900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text-93-530">
            <a:extLst xmlns:a="http://schemas.openxmlformats.org/drawingml/2006/main">
              <a:ext uri="{FF2B5EF4-FFF2-40B4-BE49-F238E27FC236}">
                <a16:creationId xmlns:a16="http://schemas.microsoft.com/office/drawing/2014/main" id="{EC21B732-D5CF-4FAF-84BA-763AD29E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" y="50482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text-185-506">
            <a:extLst xmlns:a="http://schemas.openxmlformats.org/drawingml/2006/main">
              <a:ext uri="{FF2B5EF4-FFF2-40B4-BE49-F238E27FC236}">
                <a16:creationId xmlns:a16="http://schemas.microsoft.com/office/drawing/2014/main" id="{2D3F2A99-F5EA-4C45-B4AA-3F2253AC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4819650"/>
            <a:ext cx="3143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509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Örneklem ve aykırı değerler</a:t>
            </a:r>
          </a:p>
        </p:txBody>
      </p:sp>
      <p:sp>
        <p:nvSpPr>
          <p:cNvPr id="25" name="text-525-506">
            <a:extLst xmlns:a="http://schemas.openxmlformats.org/drawingml/2006/main">
              <a:ext uri="{FF2B5EF4-FFF2-40B4-BE49-F238E27FC236}">
                <a16:creationId xmlns:a16="http://schemas.microsoft.com/office/drawing/2014/main" id="{5486400B-5F21-4CFD-9152-7EEB0DC11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48196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Değişken sayısına göre yeterli örneklem ve etkili gözlem kontrolü gerekir.</a:t>
            </a:r>
          </a:p>
        </p:txBody>
      </p:sp>
    </p:spTree>
    <p:extLst>
      <p:ext uri="{BB962C8B-B14F-4D97-AF65-F5344CB8AC3E}">
        <p14:creationId xmlns:p14="http://schemas.microsoft.com/office/powerpoint/2010/main" val="12078631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eyebrow-5">
            <a:extLst xmlns:a="http://schemas.openxmlformats.org/drawingml/2006/main">
              <a:ext uri="{FF2B5EF4-FFF2-40B4-BE49-F238E27FC236}">
                <a16:creationId xmlns:a16="http://schemas.microsoft.com/office/drawing/2014/main" id="{6A3E9EDC-B4A4-4125-B459-16DB70F6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KANONİK KORELASYON ANALİZİ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C0D30ED7-ADDE-4DB6-9A3B-243D6451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68555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Araştırma sorusu: kişilik örüntüsü motivasyon örüntüsüyle nasıl eşleşiyor?</a:t>
            </a:r>
          </a:p>
        </p:txBody>
      </p:sp>
      <p:cxnSp>
        <p:nvCxnSpPr>
          <p:cNvPr id="13" name="footer-rule-5"/>
          <p:cNvCxnSpPr/>
          <p:nvPr/>
        </p:nvCxnSpPr>
        <p:spPr>
          <a:xfrm xmlns:a="http://schemas.openxmlformats.org/drawingml/2006/main" flipV="0">
            <a:off x="457200" y="64008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4" name="slide-num-5">
            <a:extLst xmlns:a="http://schemas.openxmlformats.org/drawingml/2006/main">
              <a:ext uri="{FF2B5EF4-FFF2-40B4-BE49-F238E27FC236}">
                <a16:creationId xmlns:a16="http://schemas.microsoft.com/office/drawing/2014/main" id="{CE5B1CC4-FB77-4AE8-8B35-AC9E03976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8f1e1c1b814f93"/>
          <a:srcRect xmlns:a="http://schemas.openxmlformats.org/drawingml/2006/main" l="0" t="14583" r="0" b="145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7200" y="1381125"/>
            <a:ext cx="11277600" cy="4495800"/>
          </a:xfrm>
          <a:prstGeom xmlns:a="http://schemas.openxmlformats.org/drawingml/2006/main" prst="roundRect">
            <a:avLst>
              <a:gd name="adj" fmla="val 2966"/>
            </a:avLst>
          </a:prstGeom>
        </p:spPr>
      </p:pic>
      <p:sp>
        <p:nvSpPr>
          <p:cNvPr id="6" name="rect-75-510">
            <a:extLst xmlns:a="http://schemas.openxmlformats.org/drawingml/2006/main">
              <a:ext uri="{FF2B5EF4-FFF2-40B4-BE49-F238E27FC236}">
                <a16:creationId xmlns:a16="http://schemas.microsoft.com/office/drawing/2014/main" id="{97B74F64-F568-47D5-9AA2-0844CC0CB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857750"/>
            <a:ext cx="3143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D5FDB"/>
            </a:solidFill>
            <a:prstDash val="solid"/>
          </a:ln>
        </p:spPr>
      </p:sp>
      <p:sp>
        <p:nvSpPr>
          <p:cNvPr id="7" name="text-95-526">
            <a:extLst xmlns:a="http://schemas.openxmlformats.org/drawingml/2006/main">
              <a:ext uri="{FF2B5EF4-FFF2-40B4-BE49-F238E27FC236}">
                <a16:creationId xmlns:a16="http://schemas.microsoft.com/office/drawing/2014/main" id="{60BDCEB4-ECDB-47FE-81FB-428031274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X seti · Motivasyon</a:t>
            </a:r>
          </a:p>
        </p:txBody>
      </p:sp>
      <p:sp>
        <p:nvSpPr>
          <p:cNvPr id="8" name="rect-875-510">
            <a:extLst xmlns:a="http://schemas.openxmlformats.org/drawingml/2006/main">
              <a:ext uri="{FF2B5EF4-FFF2-40B4-BE49-F238E27FC236}">
                <a16:creationId xmlns:a16="http://schemas.microsoft.com/office/drawing/2014/main" id="{8F3C8F22-FD46-42F2-9B1C-D6B61B751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57750"/>
            <a:ext cx="31432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F2674A"/>
            </a:solidFill>
            <a:prstDash val="solid"/>
          </a:ln>
        </p:spPr>
      </p:sp>
      <p:sp>
        <p:nvSpPr>
          <p:cNvPr id="9" name="text-895-526">
            <a:extLst xmlns:a="http://schemas.openxmlformats.org/drawingml/2006/main">
              <a:ext uri="{FF2B5EF4-FFF2-40B4-BE49-F238E27FC236}">
                <a16:creationId xmlns:a16="http://schemas.microsoft.com/office/drawing/2014/main" id="{A9E35CF1-465F-4E1A-B484-38D31ECCC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010150"/>
            <a:ext cx="2762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Y seti · Kişilik</a:t>
            </a:r>
          </a:p>
        </p:txBody>
      </p:sp>
      <p:sp>
        <p:nvSpPr>
          <p:cNvPr id="10" name="text-190-605">
            <a:extLst xmlns:a="http://schemas.openxmlformats.org/drawingml/2006/main">
              <a:ext uri="{FF2B5EF4-FFF2-40B4-BE49-F238E27FC236}">
                <a16:creationId xmlns:a16="http://schemas.microsoft.com/office/drawing/2014/main" id="{2EE91474-2A21-4C55-870D-0E8EC8DC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762625"/>
            <a:ext cx="8572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121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Amaç: Boş zamanlarında fiziksel aktivite yapan bireylerde iki değişken setinin ortak boyutlarını ortaya çıkarmak.</a:t>
            </a:r>
          </a:p>
        </p:txBody>
      </p:sp>
    </p:spTree>
    <p:extLst>
      <p:ext uri="{BB962C8B-B14F-4D97-AF65-F5344CB8AC3E}">
        <p14:creationId xmlns:p14="http://schemas.microsoft.com/office/powerpoint/2010/main" val="140006110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eyebrow-6">
            <a:extLst xmlns:a="http://schemas.openxmlformats.org/drawingml/2006/main">
              <a:ext uri="{FF2B5EF4-FFF2-40B4-BE49-F238E27FC236}">
                <a16:creationId xmlns:a16="http://schemas.microsoft.com/office/drawing/2014/main" id="{F713EFC2-C318-4927-BB81-02DF4C1CE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KANONİK KORELASYON ANALİZİ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A1D33E53-4BD0-47D4-B053-113EF0B6D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Örneklem 370 kişiden 358 geçerli gözleme indi</a:t>
            </a:r>
          </a:p>
        </p:txBody>
      </p:sp>
      <p:cxnSp>
        <p:nvCxnSpPr>
          <p:cNvPr id="21" name="footer-rule-6"/>
          <p:cNvCxnSpPr/>
          <p:nvPr/>
        </p:nvCxnSpPr>
        <p:spPr>
          <a:xfrm xmlns:a="http://schemas.openxmlformats.org/drawingml/2006/main" flipV="0">
            <a:off x="457200" y="64008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4" name="slide-num-6">
            <a:extLst xmlns:a="http://schemas.openxmlformats.org/drawingml/2006/main">
              <a:ext uri="{FF2B5EF4-FFF2-40B4-BE49-F238E27FC236}">
                <a16:creationId xmlns:a16="http://schemas.microsoft.com/office/drawing/2014/main" id="{84568879-858C-4A8C-9A5B-ECEF4609F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cxnSp>
        <p:nvCxnSpPr>
          <p:cNvPr id="23" name="line-335-340-470-340"/>
          <p:cNvCxnSpPr/>
          <p:nvPr/>
        </p:nvCxnSpPr>
        <p:spPr>
          <a:xfrm xmlns:a="http://schemas.openxmlformats.org/drawingml/2006/main" flipH="0" flipV="0">
            <a:off x="3190875" y="3238500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141A"/>
            </a:solidFill>
            <a:prstDash val="solid"/>
          </a:ln>
        </p:spPr>
      </p:cxnSp>
      <p:cxnSp>
        <p:nvCxnSpPr>
          <p:cNvPr id="24" name="line-760-340-895-340"/>
          <p:cNvCxnSpPr/>
          <p:nvPr/>
        </p:nvCxnSpPr>
        <p:spPr>
          <a:xfrm xmlns:a="http://schemas.openxmlformats.org/drawingml/2006/main" flipH="0" flipV="0">
            <a:off x="7239000" y="3238500"/>
            <a:ext cx="1285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1141A"/>
            </a:solidFill>
            <a:prstDash val="solid"/>
          </a:ln>
        </p:spPr>
      </p:cxnSp>
      <p:sp>
        <p:nvSpPr>
          <p:cNvPr id="7" name="rect-105-200">
            <a:extLst xmlns:a="http://schemas.openxmlformats.org/drawingml/2006/main">
              <a:ext uri="{FF2B5EF4-FFF2-40B4-BE49-F238E27FC236}">
                <a16:creationId xmlns:a16="http://schemas.microsoft.com/office/drawing/2014/main" id="{A4CE849B-2457-4546-B94B-551E5C5C6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9050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1FF"/>
          </a:solidFill>
          <a:ln xmlns:a="http://schemas.openxmlformats.org/drawingml/2006/main" w="28575">
            <a:solidFill>
              <a:srgbClr val="1D5FDB"/>
            </a:solidFill>
            <a:prstDash val="solid"/>
          </a:ln>
        </p:spPr>
      </p:sp>
      <p:sp>
        <p:nvSpPr>
          <p:cNvPr id="8" name="text-105-245">
            <a:extLst xmlns:a="http://schemas.openxmlformats.org/drawingml/2006/main">
              <a:ext uri="{FF2B5EF4-FFF2-40B4-BE49-F238E27FC236}">
                <a16:creationId xmlns:a16="http://schemas.microsoft.com/office/drawing/2014/main" id="{E211937C-76B1-474D-A930-D5D815F83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33625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495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370</a:t>
            </a:r>
          </a:p>
        </p:txBody>
      </p:sp>
      <p:sp>
        <p:nvSpPr>
          <p:cNvPr id="9" name="text-105-330">
            <a:extLst xmlns:a="http://schemas.openxmlformats.org/drawingml/2006/main">
              <a:ext uri="{FF2B5EF4-FFF2-40B4-BE49-F238E27FC236}">
                <a16:creationId xmlns:a16="http://schemas.microsoft.com/office/drawing/2014/main" id="{007D783E-36B5-42CD-BCD2-DB2079F9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1432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başlangıç gözlemi</a:t>
            </a:r>
          </a:p>
        </p:txBody>
      </p:sp>
      <p:sp>
        <p:nvSpPr>
          <p:cNvPr id="10" name="rect-470-238">
            <a:extLst xmlns:a="http://schemas.openxmlformats.org/drawingml/2006/main">
              <a:ext uri="{FF2B5EF4-FFF2-40B4-BE49-F238E27FC236}">
                <a16:creationId xmlns:a16="http://schemas.microsoft.com/office/drawing/2014/main" id="{0FFDD5BE-1778-4721-9791-27309B3E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2762250" cy="1952625"/>
          </a:xfrm>
          <a:prstGeom xmlns:a="http://schemas.openxmlformats.org/drawingml/2006/main" prst="roundRect">
            <a:avLst>
              <a:gd name="adj" fmla="val 4878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11" name="text-470-265">
            <a:extLst xmlns:a="http://schemas.openxmlformats.org/drawingml/2006/main">
              <a:ext uri="{FF2B5EF4-FFF2-40B4-BE49-F238E27FC236}">
                <a16:creationId xmlns:a16="http://schemas.microsoft.com/office/drawing/2014/main" id="{FEDC6A5C-D04B-402D-9FF6-EA69D81B8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24125"/>
            <a:ext cx="2762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350" b="1" i="0">
                <a:solidFill>
                  <a:srgbClr val="C13F50"/>
                </a:solidFill>
                <a:latin typeface="Arial"/>
                <a:ea typeface="Arial"/>
                <a:cs typeface="Arial"/>
              </a:defRPr>
            </a:pPr>
            <a:r>
              <a:rPr sz="4350" b="1" i="0">
                <a:solidFill>
                  <a:srgbClr val="C13F50"/>
                </a:solidFill>
                <a:latin typeface="Arial"/>
                <a:ea typeface="Arial"/>
                <a:cs typeface="Arial"/>
              </a:rPr>
              <a:t>−12</a:t>
            </a:r>
          </a:p>
        </p:txBody>
      </p:sp>
      <p:sp>
        <p:nvSpPr>
          <p:cNvPr id="12" name="text-495-345">
            <a:extLst xmlns:a="http://schemas.openxmlformats.org/drawingml/2006/main">
              <a:ext uri="{FF2B5EF4-FFF2-40B4-BE49-F238E27FC236}">
                <a16:creationId xmlns:a16="http://schemas.microsoft.com/office/drawing/2014/main" id="{BF18ABD2-7B37-41BE-81F0-CAECD8B75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3286125"/>
            <a:ext cx="22860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aykırı değer çıkarıldı</a:t>
            </a:r>
          </a:p>
        </p:txBody>
      </p:sp>
      <p:sp>
        <p:nvSpPr>
          <p:cNvPr id="13" name="rect-895-200">
            <a:extLst xmlns:a="http://schemas.openxmlformats.org/drawingml/2006/main">
              <a:ext uri="{FF2B5EF4-FFF2-40B4-BE49-F238E27FC236}">
                <a16:creationId xmlns:a16="http://schemas.microsoft.com/office/drawing/2014/main" id="{D414504A-0694-46B8-AD8E-A40AF2E6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05000"/>
            <a:ext cx="2190750" cy="2190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0EC"/>
          </a:solidFill>
          <a:ln xmlns:a="http://schemas.openxmlformats.org/drawingml/2006/main" w="28575">
            <a:solidFill>
              <a:srgbClr val="F2674A"/>
            </a:solidFill>
            <a:prstDash val="solid"/>
          </a:ln>
        </p:spPr>
      </p:sp>
      <p:sp>
        <p:nvSpPr>
          <p:cNvPr id="14" name="text-895-245">
            <a:extLst xmlns:a="http://schemas.openxmlformats.org/drawingml/2006/main">
              <a:ext uri="{FF2B5EF4-FFF2-40B4-BE49-F238E27FC236}">
                <a16:creationId xmlns:a16="http://schemas.microsoft.com/office/drawing/2014/main" id="{E77ABCF7-D59C-497F-8F23-33FA78492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333625"/>
            <a:ext cx="2190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ctr">
              <a:defRPr sz="495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358</a:t>
            </a:r>
          </a:p>
        </p:txBody>
      </p:sp>
      <p:sp>
        <p:nvSpPr>
          <p:cNvPr id="15" name="text-895-330">
            <a:extLst xmlns:a="http://schemas.openxmlformats.org/drawingml/2006/main">
              <a:ext uri="{FF2B5EF4-FFF2-40B4-BE49-F238E27FC236}">
                <a16:creationId xmlns:a16="http://schemas.microsoft.com/office/drawing/2014/main" id="{43E7B16D-2042-444A-99D6-E77D383FE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432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analiz gözlemi</a:t>
            </a:r>
          </a:p>
        </p:txBody>
      </p:sp>
      <p:sp>
        <p:nvSpPr>
          <p:cNvPr id="16" name="text-480-500">
            <a:extLst xmlns:a="http://schemas.openxmlformats.org/drawingml/2006/main">
              <a:ext uri="{FF2B5EF4-FFF2-40B4-BE49-F238E27FC236}">
                <a16:creationId xmlns:a16="http://schemas.microsoft.com/office/drawing/2014/main" id="{70201F1A-E625-42E5-A47A-9C71669A2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762500"/>
            <a:ext cx="304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2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42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%96,8</a:t>
            </a:r>
          </a:p>
        </p:txBody>
      </p:sp>
      <p:sp>
        <p:nvSpPr>
          <p:cNvPr id="17" name="text-480-568">
            <a:extLst xmlns:a="http://schemas.openxmlformats.org/drawingml/2006/main">
              <a:ext uri="{FF2B5EF4-FFF2-40B4-BE49-F238E27FC236}">
                <a16:creationId xmlns:a16="http://schemas.microsoft.com/office/drawing/2014/main" id="{7AD0A315-46FC-48F0-8806-97A517440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410200"/>
            <a:ext cx="3048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örneklem korundu</a:t>
            </a:r>
          </a:p>
        </p:txBody>
      </p:sp>
      <p:sp>
        <p:nvSpPr>
          <p:cNvPr id="18" name="text-145-620">
            <a:extLst xmlns:a="http://schemas.openxmlformats.org/drawingml/2006/main">
              <a:ext uri="{FF2B5EF4-FFF2-40B4-BE49-F238E27FC236}">
                <a16:creationId xmlns:a16="http://schemas.microsoft.com/office/drawing/2014/main" id="{8A7A4D21-1A0D-42CF-A2AF-EE918613D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905500"/>
            <a:ext cx="942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8F96A3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8F96A3"/>
                </a:solidFill>
                <a:latin typeface="Arial"/>
                <a:ea typeface="Arial"/>
                <a:cs typeface="Arial"/>
              </a:rPr>
              <a:t>Kaynak sunum, normallik ve çoklu bağlantı kontrollerinin yapıldığını bildiriyor; ayrıntılı tanı çıktıları paylaşılmamış.</a:t>
            </a:r>
          </a:p>
        </p:txBody>
      </p:sp>
    </p:spTree>
    <p:extLst>
      <p:ext uri="{BB962C8B-B14F-4D97-AF65-F5344CB8AC3E}">
        <p14:creationId xmlns:p14="http://schemas.microsoft.com/office/powerpoint/2010/main" val="87294880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7" name="eyebrow-7">
            <a:extLst xmlns:a="http://schemas.openxmlformats.org/drawingml/2006/main">
              <a:ext uri="{FF2B5EF4-FFF2-40B4-BE49-F238E27FC236}">
                <a16:creationId xmlns:a16="http://schemas.microsoft.com/office/drawing/2014/main" id="{1695857A-0B58-4FF0-A0D6-53523E404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KANONİK KORELASYON ANALİZİ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79A269A9-6B7B-4324-8D8E-A5BF76ABC5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463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Analiz, dört motivasyon ve beş kişilik değişkenini eşleştiriyor</a:t>
            </a:r>
          </a:p>
        </p:txBody>
      </p:sp>
      <p:cxnSp>
        <p:nvCxnSpPr>
          <p:cNvPr id="49" name="footer-rule-7"/>
          <p:cNvCxnSpPr/>
          <p:nvPr/>
        </p:nvCxnSpPr>
        <p:spPr>
          <a:xfrm xmlns:a="http://schemas.openxmlformats.org/drawingml/2006/main" flipV="0">
            <a:off x="457200" y="64008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4" name="slide-num-7">
            <a:extLst xmlns:a="http://schemas.openxmlformats.org/drawingml/2006/main">
              <a:ext uri="{FF2B5EF4-FFF2-40B4-BE49-F238E27FC236}">
                <a16:creationId xmlns:a16="http://schemas.microsoft.com/office/drawing/2014/main" id="{2997FF88-62DD-4247-B813-ED9D84AC1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51" name="line-360-220-515-360"/>
          <p:cNvCxnSpPr/>
          <p:nvPr/>
        </p:nvCxnSpPr>
        <p:spPr>
          <a:xfrm xmlns:a="http://schemas.openxmlformats.org/drawingml/2006/main" flipV="0">
            <a:off x="3429000" y="2095500"/>
            <a:ext cx="1476375" cy="13335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CBF4"/>
            </a:solidFill>
            <a:prstDash val="solid"/>
          </a:ln>
        </p:spPr>
      </p:cxnSp>
      <p:cxnSp>
        <p:nvCxnSpPr>
          <p:cNvPr id="52" name="line-360-310-515-360"/>
          <p:cNvCxnSpPr/>
          <p:nvPr/>
        </p:nvCxnSpPr>
        <p:spPr>
          <a:xfrm xmlns:a="http://schemas.openxmlformats.org/drawingml/2006/main" flipV="0">
            <a:off x="3429000" y="2952750"/>
            <a:ext cx="1476375" cy="476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CBF4"/>
            </a:solidFill>
            <a:prstDash val="solid"/>
          </a:ln>
        </p:spPr>
      </p:cxnSp>
      <p:cxnSp>
        <p:nvCxnSpPr>
          <p:cNvPr id="53" name="line-360-400-515-360"/>
          <p:cNvCxnSpPr/>
          <p:nvPr/>
        </p:nvCxnSpPr>
        <p:spPr>
          <a:xfrm xmlns:a="http://schemas.openxmlformats.org/drawingml/2006/main" flipV="1">
            <a:off x="3429000" y="3429000"/>
            <a:ext cx="1476375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CBF4"/>
            </a:solidFill>
            <a:prstDash val="solid"/>
          </a:ln>
        </p:spPr>
      </p:cxnSp>
      <p:cxnSp>
        <p:nvCxnSpPr>
          <p:cNvPr id="54" name="line-360-490-515-360"/>
          <p:cNvCxnSpPr/>
          <p:nvPr/>
        </p:nvCxnSpPr>
        <p:spPr>
          <a:xfrm xmlns:a="http://schemas.openxmlformats.org/drawingml/2006/main" flipV="1">
            <a:off x="3429000" y="3429000"/>
            <a:ext cx="1476375" cy="1238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6DCBF4"/>
            </a:solidFill>
            <a:prstDash val="solid"/>
          </a:ln>
        </p:spPr>
      </p:cxnSp>
      <p:cxnSp>
        <p:nvCxnSpPr>
          <p:cNvPr id="55" name="line-765-360-920-188"/>
          <p:cNvCxnSpPr/>
          <p:nvPr/>
        </p:nvCxnSpPr>
        <p:spPr>
          <a:xfrm xmlns:a="http://schemas.openxmlformats.org/drawingml/2006/main" flipV="1">
            <a:off x="7286625" y="1790700"/>
            <a:ext cx="1476375" cy="16383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674A"/>
            </a:solidFill>
            <a:prstDash val="solid"/>
          </a:ln>
        </p:spPr>
      </p:cxnSp>
      <p:cxnSp>
        <p:nvCxnSpPr>
          <p:cNvPr id="56" name="line-765-360-920-270"/>
          <p:cNvCxnSpPr/>
          <p:nvPr/>
        </p:nvCxnSpPr>
        <p:spPr>
          <a:xfrm xmlns:a="http://schemas.openxmlformats.org/drawingml/2006/main" flipV="1">
            <a:off x="7286625" y="2571750"/>
            <a:ext cx="1476375" cy="8572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674A"/>
            </a:solidFill>
            <a:prstDash val="solid"/>
          </a:ln>
        </p:spPr>
      </p:cxnSp>
      <p:cxnSp>
        <p:nvCxnSpPr>
          <p:cNvPr id="57" name="line-765-360-920-352"/>
          <p:cNvCxnSpPr/>
          <p:nvPr/>
        </p:nvCxnSpPr>
        <p:spPr>
          <a:xfrm xmlns:a="http://schemas.openxmlformats.org/drawingml/2006/main" flipV="1">
            <a:off x="7286625" y="3352800"/>
            <a:ext cx="1476375" cy="762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674A"/>
            </a:solidFill>
            <a:prstDash val="solid"/>
          </a:ln>
        </p:spPr>
      </p:cxnSp>
      <p:cxnSp>
        <p:nvCxnSpPr>
          <p:cNvPr id="58" name="line-765-360-920-434"/>
          <p:cNvCxnSpPr/>
          <p:nvPr/>
        </p:nvCxnSpPr>
        <p:spPr>
          <a:xfrm xmlns:a="http://schemas.openxmlformats.org/drawingml/2006/main" flipV="0">
            <a:off x="7286625" y="3429000"/>
            <a:ext cx="1476375" cy="70485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674A"/>
            </a:solidFill>
            <a:prstDash val="solid"/>
          </a:ln>
        </p:spPr>
      </p:cxnSp>
      <p:cxnSp>
        <p:nvCxnSpPr>
          <p:cNvPr id="59" name="line-765-360-920-516"/>
          <p:cNvCxnSpPr/>
          <p:nvPr/>
        </p:nvCxnSpPr>
        <p:spPr>
          <a:xfrm xmlns:a="http://schemas.openxmlformats.org/drawingml/2006/main" flipV="0">
            <a:off x="7286625" y="3429000"/>
            <a:ext cx="1476375" cy="148590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F2674A"/>
            </a:solidFill>
            <a:prstDash val="solid"/>
          </a:ln>
        </p:spPr>
      </p:cxnSp>
      <p:cxnSp>
        <p:nvCxnSpPr>
          <p:cNvPr id="60" name="line-595-360-685-360"/>
          <p:cNvCxnSpPr/>
          <p:nvPr/>
        </p:nvCxnSpPr>
        <p:spPr>
          <a:xfrm xmlns:a="http://schemas.openxmlformats.org/drawingml/2006/main" flipV="0">
            <a:off x="5667375" y="3429000"/>
            <a:ext cx="8572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1141A"/>
            </a:solidFill>
            <a:prstDash val="solid"/>
          </a:ln>
        </p:spPr>
      </p:cxnSp>
      <p:sp>
        <p:nvSpPr>
          <p:cNvPr id="15" name="rect-60-190">
            <a:extLst xmlns:a="http://schemas.openxmlformats.org/drawingml/2006/main">
              <a:ext uri="{FF2B5EF4-FFF2-40B4-BE49-F238E27FC236}">
                <a16:creationId xmlns:a16="http://schemas.microsoft.com/office/drawing/2014/main" id="{BD573CB0-620E-4BFB-8C21-A556B229E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809750"/>
            <a:ext cx="285750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14288">
            <a:solidFill>
              <a:srgbClr val="1D5FDB"/>
            </a:solidFill>
            <a:prstDash val="solid"/>
          </a:ln>
        </p:spPr>
      </p:sp>
      <p:sp>
        <p:nvSpPr>
          <p:cNvPr id="16" name="text-72-204">
            <a:extLst xmlns:a="http://schemas.openxmlformats.org/drawingml/2006/main">
              <a:ext uri="{FF2B5EF4-FFF2-40B4-BE49-F238E27FC236}">
                <a16:creationId xmlns:a16="http://schemas.microsoft.com/office/drawing/2014/main" id="{C026FC05-29FC-4B46-AD25-7C8275B4C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431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M1</a:t>
            </a:r>
          </a:p>
        </p:txBody>
      </p:sp>
      <p:sp>
        <p:nvSpPr>
          <p:cNvPr id="17" name="text-130-203">
            <a:extLst xmlns:a="http://schemas.openxmlformats.org/drawingml/2006/main">
              <a:ext uri="{FF2B5EF4-FFF2-40B4-BE49-F238E27FC236}">
                <a16:creationId xmlns:a16="http://schemas.microsoft.com/office/drawing/2014/main" id="{FA1F6D38-D66C-4CF7-9147-2B348BB14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933575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İçsel düzenleme</a:t>
            </a:r>
          </a:p>
        </p:txBody>
      </p:sp>
      <p:sp>
        <p:nvSpPr>
          <p:cNvPr id="18" name="rect-60-280">
            <a:extLst xmlns:a="http://schemas.openxmlformats.org/drawingml/2006/main">
              <a:ext uri="{FF2B5EF4-FFF2-40B4-BE49-F238E27FC236}">
                <a16:creationId xmlns:a16="http://schemas.microsoft.com/office/drawing/2014/main" id="{A1B91730-460B-4AF2-9715-B3AA7F816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667000"/>
            <a:ext cx="285750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14288">
            <a:solidFill>
              <a:srgbClr val="1D5FDB"/>
            </a:solidFill>
            <a:prstDash val="solid"/>
          </a:ln>
        </p:spPr>
      </p:sp>
      <p:sp>
        <p:nvSpPr>
          <p:cNvPr id="19" name="text-72-294">
            <a:extLst xmlns:a="http://schemas.openxmlformats.org/drawingml/2006/main">
              <a:ext uri="{FF2B5EF4-FFF2-40B4-BE49-F238E27FC236}">
                <a16:creationId xmlns:a16="http://schemas.microsoft.com/office/drawing/2014/main" id="{1BC91E75-7603-4D2D-A423-49D7D16AA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M2</a:t>
            </a:r>
          </a:p>
        </p:txBody>
      </p:sp>
      <p:sp>
        <p:nvSpPr>
          <p:cNvPr id="20" name="text-130-293">
            <a:extLst xmlns:a="http://schemas.openxmlformats.org/drawingml/2006/main">
              <a:ext uri="{FF2B5EF4-FFF2-40B4-BE49-F238E27FC236}">
                <a16:creationId xmlns:a16="http://schemas.microsoft.com/office/drawing/2014/main" id="{8BA8A075-7730-40D1-9EDB-94433249E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790825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161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İçe atım düzenlemesi</a:t>
            </a:r>
          </a:p>
        </p:txBody>
      </p:sp>
      <p:sp>
        <p:nvSpPr>
          <p:cNvPr id="21" name="rect-60-370">
            <a:extLst xmlns:a="http://schemas.openxmlformats.org/drawingml/2006/main">
              <a:ext uri="{FF2B5EF4-FFF2-40B4-BE49-F238E27FC236}">
                <a16:creationId xmlns:a16="http://schemas.microsoft.com/office/drawing/2014/main" id="{0750D37C-0DF1-4B52-8CF9-ADEDB8828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24250"/>
            <a:ext cx="285750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14288">
            <a:solidFill>
              <a:srgbClr val="1D5FDB"/>
            </a:solidFill>
            <a:prstDash val="solid"/>
          </a:ln>
        </p:spPr>
      </p:sp>
      <p:sp>
        <p:nvSpPr>
          <p:cNvPr id="22" name="text-72-384">
            <a:extLst xmlns:a="http://schemas.openxmlformats.org/drawingml/2006/main">
              <a:ext uri="{FF2B5EF4-FFF2-40B4-BE49-F238E27FC236}">
                <a16:creationId xmlns:a16="http://schemas.microsoft.com/office/drawing/2014/main" id="{AF035AD2-82CC-40E5-B086-A2E2F3EA8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M3</a:t>
            </a:r>
          </a:p>
        </p:txBody>
      </p:sp>
      <p:sp>
        <p:nvSpPr>
          <p:cNvPr id="23" name="text-130-383">
            <a:extLst xmlns:a="http://schemas.openxmlformats.org/drawingml/2006/main">
              <a:ext uri="{FF2B5EF4-FFF2-40B4-BE49-F238E27FC236}">
                <a16:creationId xmlns:a16="http://schemas.microsoft.com/office/drawing/2014/main" id="{2560299F-10BF-4205-A7D5-E4F6A67AA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648075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Dışsal düzenleme</a:t>
            </a:r>
          </a:p>
        </p:txBody>
      </p:sp>
      <p:sp>
        <p:nvSpPr>
          <p:cNvPr id="24" name="rect-60-460">
            <a:extLst xmlns:a="http://schemas.openxmlformats.org/drawingml/2006/main">
              <a:ext uri="{FF2B5EF4-FFF2-40B4-BE49-F238E27FC236}">
                <a16:creationId xmlns:a16="http://schemas.microsoft.com/office/drawing/2014/main" id="{0F725155-9092-4D00-949B-14AB730D4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381500"/>
            <a:ext cx="2857500" cy="571500"/>
          </a:xfrm>
          <a:prstGeom xmlns:a="http://schemas.openxmlformats.org/drawingml/2006/main" prst="roundRect">
            <a:avLst>
              <a:gd name="adj" fmla="val 11667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14288">
            <a:solidFill>
              <a:srgbClr val="1D5FDB"/>
            </a:solidFill>
            <a:prstDash val="solid"/>
          </a:ln>
        </p:spPr>
      </p:sp>
      <p:sp>
        <p:nvSpPr>
          <p:cNvPr id="25" name="text-72-474">
            <a:extLst xmlns:a="http://schemas.openxmlformats.org/drawingml/2006/main">
              <a:ext uri="{FF2B5EF4-FFF2-40B4-BE49-F238E27FC236}">
                <a16:creationId xmlns:a16="http://schemas.microsoft.com/office/drawing/2014/main" id="{AD23B366-98EA-4B87-9049-B5398A73D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148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M4</a:t>
            </a:r>
          </a:p>
        </p:txBody>
      </p:sp>
      <p:sp>
        <p:nvSpPr>
          <p:cNvPr id="26" name="text-130-473">
            <a:extLst xmlns:a="http://schemas.openxmlformats.org/drawingml/2006/main">
              <a:ext uri="{FF2B5EF4-FFF2-40B4-BE49-F238E27FC236}">
                <a16:creationId xmlns:a16="http://schemas.microsoft.com/office/drawing/2014/main" id="{2A4C61CD-2265-4DCB-A071-91DF44F93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505325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Güdüsüzlük</a:t>
            </a:r>
          </a:p>
        </p:txBody>
      </p:sp>
      <p:sp>
        <p:nvSpPr>
          <p:cNvPr id="27" name="rect-920-160">
            <a:extLst xmlns:a="http://schemas.openxmlformats.org/drawingml/2006/main">
              <a:ext uri="{FF2B5EF4-FFF2-40B4-BE49-F238E27FC236}">
                <a16:creationId xmlns:a16="http://schemas.microsoft.com/office/drawing/2014/main" id="{A1E44800-A838-42D5-9A9E-7E56F79B7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524000"/>
            <a:ext cx="2857500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4288">
            <a:solidFill>
              <a:srgbClr val="F2674A"/>
            </a:solidFill>
            <a:prstDash val="solid"/>
          </a:ln>
        </p:spPr>
      </p:sp>
      <p:sp>
        <p:nvSpPr>
          <p:cNvPr id="28" name="text-932-172">
            <a:extLst xmlns:a="http://schemas.openxmlformats.org/drawingml/2006/main">
              <a:ext uri="{FF2B5EF4-FFF2-40B4-BE49-F238E27FC236}">
                <a16:creationId xmlns:a16="http://schemas.microsoft.com/office/drawing/2014/main" id="{477246E0-855B-4275-954E-3AAE0EE64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16383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P1</a:t>
            </a:r>
          </a:p>
        </p:txBody>
      </p:sp>
      <p:sp>
        <p:nvSpPr>
          <p:cNvPr id="29" name="text-990-171">
            <a:extLst xmlns:a="http://schemas.openxmlformats.org/drawingml/2006/main">
              <a:ext uri="{FF2B5EF4-FFF2-40B4-BE49-F238E27FC236}">
                <a16:creationId xmlns:a16="http://schemas.microsoft.com/office/drawing/2014/main" id="{ABA8096E-DE36-4E6F-8178-143DEA60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1628775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Dışadönüklük</a:t>
            </a:r>
          </a:p>
        </p:txBody>
      </p:sp>
      <p:sp>
        <p:nvSpPr>
          <p:cNvPr id="30" name="rect-920-242">
            <a:extLst xmlns:a="http://schemas.openxmlformats.org/drawingml/2006/main">
              <a:ext uri="{FF2B5EF4-FFF2-40B4-BE49-F238E27FC236}">
                <a16:creationId xmlns:a16="http://schemas.microsoft.com/office/drawing/2014/main" id="{0D53AE41-0A74-4C8B-BB02-D6B6482F4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305050"/>
            <a:ext cx="2857500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4288">
            <a:solidFill>
              <a:srgbClr val="F2674A"/>
            </a:solidFill>
            <a:prstDash val="solid"/>
          </a:ln>
        </p:spPr>
      </p:sp>
      <p:sp>
        <p:nvSpPr>
          <p:cNvPr id="31" name="text-932-254">
            <a:extLst xmlns:a="http://schemas.openxmlformats.org/drawingml/2006/main">
              <a:ext uri="{FF2B5EF4-FFF2-40B4-BE49-F238E27FC236}">
                <a16:creationId xmlns:a16="http://schemas.microsoft.com/office/drawing/2014/main" id="{BD0EA1C3-BD1B-4B3A-BD88-442BF9E22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4193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P2</a:t>
            </a:r>
          </a:p>
        </p:txBody>
      </p:sp>
      <p:sp>
        <p:nvSpPr>
          <p:cNvPr id="32" name="text-990-253">
            <a:extLst xmlns:a="http://schemas.openxmlformats.org/drawingml/2006/main">
              <a:ext uri="{FF2B5EF4-FFF2-40B4-BE49-F238E27FC236}">
                <a16:creationId xmlns:a16="http://schemas.microsoft.com/office/drawing/2014/main" id="{95677C27-7665-4780-9AB7-9F10A627E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409825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Deneyime açıklık</a:t>
            </a:r>
          </a:p>
        </p:txBody>
      </p:sp>
      <p:sp>
        <p:nvSpPr>
          <p:cNvPr id="33" name="rect-920-324">
            <a:extLst xmlns:a="http://schemas.openxmlformats.org/drawingml/2006/main">
              <a:ext uri="{FF2B5EF4-FFF2-40B4-BE49-F238E27FC236}">
                <a16:creationId xmlns:a16="http://schemas.microsoft.com/office/drawing/2014/main" id="{7DFB81C3-0FC2-407F-AA92-79E2BB355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086100"/>
            <a:ext cx="2857500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4288">
            <a:solidFill>
              <a:srgbClr val="F2674A"/>
            </a:solidFill>
            <a:prstDash val="solid"/>
          </a:ln>
        </p:spPr>
      </p:sp>
      <p:sp>
        <p:nvSpPr>
          <p:cNvPr id="34" name="text-932-336">
            <a:extLst xmlns:a="http://schemas.openxmlformats.org/drawingml/2006/main">
              <a:ext uri="{FF2B5EF4-FFF2-40B4-BE49-F238E27FC236}">
                <a16:creationId xmlns:a16="http://schemas.microsoft.com/office/drawing/2014/main" id="{7C18D003-E0F9-4572-8C12-09FC08509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2004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P3</a:t>
            </a:r>
          </a:p>
        </p:txBody>
      </p:sp>
      <p:sp>
        <p:nvSpPr>
          <p:cNvPr id="35" name="text-990-335">
            <a:extLst xmlns:a="http://schemas.openxmlformats.org/drawingml/2006/main">
              <a:ext uri="{FF2B5EF4-FFF2-40B4-BE49-F238E27FC236}">
                <a16:creationId xmlns:a16="http://schemas.microsoft.com/office/drawing/2014/main" id="{4D111084-94F7-4060-842B-C2DC0213F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90875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Özdenetim</a:t>
            </a:r>
          </a:p>
        </p:txBody>
      </p:sp>
      <p:sp>
        <p:nvSpPr>
          <p:cNvPr id="36" name="rect-920-406">
            <a:extLst xmlns:a="http://schemas.openxmlformats.org/drawingml/2006/main">
              <a:ext uri="{FF2B5EF4-FFF2-40B4-BE49-F238E27FC236}">
                <a16:creationId xmlns:a16="http://schemas.microsoft.com/office/drawing/2014/main" id="{766CBF3F-15D9-4858-8A60-D4EB65DED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867150"/>
            <a:ext cx="2857500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4288">
            <a:solidFill>
              <a:srgbClr val="F2674A"/>
            </a:solidFill>
            <a:prstDash val="solid"/>
          </a:ln>
        </p:spPr>
      </p:sp>
      <p:sp>
        <p:nvSpPr>
          <p:cNvPr id="37" name="text-932-418">
            <a:extLst xmlns:a="http://schemas.openxmlformats.org/drawingml/2006/main">
              <a:ext uri="{FF2B5EF4-FFF2-40B4-BE49-F238E27FC236}">
                <a16:creationId xmlns:a16="http://schemas.microsoft.com/office/drawing/2014/main" id="{09685225-ECD6-4A60-AD6E-E28CABE5B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98145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P4</a:t>
            </a:r>
          </a:p>
        </p:txBody>
      </p:sp>
      <p:sp>
        <p:nvSpPr>
          <p:cNvPr id="38" name="text-990-417">
            <a:extLst xmlns:a="http://schemas.openxmlformats.org/drawingml/2006/main">
              <a:ext uri="{FF2B5EF4-FFF2-40B4-BE49-F238E27FC236}">
                <a16:creationId xmlns:a16="http://schemas.microsoft.com/office/drawing/2014/main" id="{9573DDBA-A904-4B49-A381-6243EBE74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971925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988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Yumuşaklık / uyumluluk</a:t>
            </a:r>
          </a:p>
        </p:txBody>
      </p:sp>
      <p:sp>
        <p:nvSpPr>
          <p:cNvPr id="39" name="rect-920-488">
            <a:extLst xmlns:a="http://schemas.openxmlformats.org/drawingml/2006/main">
              <a:ext uri="{FF2B5EF4-FFF2-40B4-BE49-F238E27FC236}">
                <a16:creationId xmlns:a16="http://schemas.microsoft.com/office/drawing/2014/main" id="{D4558DBA-E2CA-4B66-B06B-E249C41D3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648200"/>
            <a:ext cx="2857500" cy="5334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4288">
            <a:solidFill>
              <a:srgbClr val="F2674A"/>
            </a:solidFill>
            <a:prstDash val="solid"/>
          </a:ln>
        </p:spPr>
      </p:sp>
      <p:sp>
        <p:nvSpPr>
          <p:cNvPr id="40" name="text-932-500">
            <a:extLst xmlns:a="http://schemas.openxmlformats.org/drawingml/2006/main">
              <a:ext uri="{FF2B5EF4-FFF2-40B4-BE49-F238E27FC236}">
                <a16:creationId xmlns:a16="http://schemas.microsoft.com/office/drawing/2014/main" id="{0F2FFF26-FF21-4350-A3D6-DD5DC35F0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625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P5</a:t>
            </a:r>
          </a:p>
        </p:txBody>
      </p:sp>
      <p:sp>
        <p:nvSpPr>
          <p:cNvPr id="41" name="text-990-499">
            <a:extLst xmlns:a="http://schemas.openxmlformats.org/drawingml/2006/main">
              <a:ext uri="{FF2B5EF4-FFF2-40B4-BE49-F238E27FC236}">
                <a16:creationId xmlns:a16="http://schemas.microsoft.com/office/drawing/2014/main" id="{EFE18E36-6179-42E0-8EE8-9A41EE687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752975"/>
            <a:ext cx="2019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Nörotiklik</a:t>
            </a:r>
          </a:p>
        </p:txBody>
      </p:sp>
      <p:sp>
        <p:nvSpPr>
          <p:cNvPr id="42" name="rect-505-320">
            <a:extLst xmlns:a="http://schemas.openxmlformats.org/drawingml/2006/main">
              <a:ext uri="{FF2B5EF4-FFF2-40B4-BE49-F238E27FC236}">
                <a16:creationId xmlns:a16="http://schemas.microsoft.com/office/drawing/2014/main" id="{52E549C1-1CBD-4269-8655-1957C8956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0480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rect-685-320">
            <a:extLst xmlns:a="http://schemas.openxmlformats.org/drawingml/2006/main">
              <a:ext uri="{FF2B5EF4-FFF2-40B4-BE49-F238E27FC236}">
                <a16:creationId xmlns:a16="http://schemas.microsoft.com/office/drawing/2014/main" id="{17A912D0-727B-48FF-92A8-DC66E25B8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0480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text-505-342">
            <a:extLst xmlns:a="http://schemas.openxmlformats.org/drawingml/2006/main">
              <a:ext uri="{FF2B5EF4-FFF2-40B4-BE49-F238E27FC236}">
                <a16:creationId xmlns:a16="http://schemas.microsoft.com/office/drawing/2014/main" id="{FF04E9C7-F5CC-4EF9-9D82-9FFF4CBF8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2575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46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</a:t>
            </a:r>
          </a:p>
        </p:txBody>
      </p:sp>
      <p:sp>
        <p:nvSpPr>
          <p:cNvPr id="45" name="text-685-342">
            <a:extLst xmlns:a="http://schemas.openxmlformats.org/drawingml/2006/main">
              <a:ext uri="{FF2B5EF4-FFF2-40B4-BE49-F238E27FC236}">
                <a16:creationId xmlns:a16="http://schemas.microsoft.com/office/drawing/2014/main" id="{985D3A73-4E22-426D-842A-86D1E046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3257550"/>
            <a:ext cx="857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1146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</a:t>
            </a:r>
          </a:p>
        </p:txBody>
      </p:sp>
      <p:sp>
        <p:nvSpPr>
          <p:cNvPr id="46" name="text-370-550">
            <a:extLst xmlns:a="http://schemas.openxmlformats.org/drawingml/2006/main">
              <a:ext uri="{FF2B5EF4-FFF2-40B4-BE49-F238E27FC236}">
                <a16:creationId xmlns:a16="http://schemas.microsoft.com/office/drawing/2014/main" id="{B9B58BBD-C6B1-4A41-96A6-BCCA4EF29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5238750"/>
            <a:ext cx="514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9323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4 × 5 çapraz ilişki, tek tek değil birlikte optimize edilir</a:t>
            </a:r>
          </a:p>
        </p:txBody>
      </p:sp>
    </p:spTree>
    <p:extLst>
      <p:ext uri="{BB962C8B-B14F-4D97-AF65-F5344CB8AC3E}">
        <p14:creationId xmlns:p14="http://schemas.microsoft.com/office/powerpoint/2010/main" val="19297971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eyebrow-8">
            <a:extLst xmlns:a="http://schemas.openxmlformats.org/drawingml/2006/main">
              <a:ext uri="{FF2B5EF4-FFF2-40B4-BE49-F238E27FC236}">
                <a16:creationId xmlns:a16="http://schemas.microsoft.com/office/drawing/2014/main" id="{9E8AADAF-4FB6-43E6-AC31-B41EE2E17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KANONİK KORELASYON ANALİZİ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975E2B03-9FE1-4391-B071-30B358D31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489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Ölçekler farklı; ortalamalar kendi aralıklarında okunmalı</a:t>
            </a:r>
          </a:p>
        </p:txBody>
      </p:sp>
      <p:cxnSp>
        <p:nvCxnSpPr>
          <p:cNvPr id="12" name="footer-rule-8"/>
          <p:cNvCxnSpPr/>
          <p:nvPr/>
        </p:nvCxnSpPr>
        <p:spPr>
          <a:xfrm xmlns:a="http://schemas.openxmlformats.org/drawingml/2006/main" flipV="0">
            <a:off x="457200" y="64008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4" name="slide-num-8">
            <a:extLst xmlns:a="http://schemas.openxmlformats.org/drawingml/2006/main">
              <a:ext uri="{FF2B5EF4-FFF2-40B4-BE49-F238E27FC236}">
                <a16:creationId xmlns:a16="http://schemas.microsoft.com/office/drawing/2014/main" id="{299B3329-E927-40C7-85BF-374DE22CC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5" name="text-60-145">
            <a:extLst xmlns:a="http://schemas.openxmlformats.org/drawingml/2006/main">
              <a:ext uri="{FF2B5EF4-FFF2-40B4-BE49-F238E27FC236}">
                <a16:creationId xmlns:a16="http://schemas.microsoft.com/office/drawing/2014/main" id="{B52B753D-D62A-447C-AAA3-50D0B367C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KİŞİLİK · 0–10</a:t>
            </a:r>
          </a:p>
        </p:txBody>
      </p:sp>
      <p:sp>
        <p:nvSpPr>
          <p:cNvPr id="6" name="text-670-145">
            <a:extLst xmlns:a="http://schemas.openxmlformats.org/drawingml/2006/main">
              <a:ext uri="{FF2B5EF4-FFF2-40B4-BE49-F238E27FC236}">
                <a16:creationId xmlns:a16="http://schemas.microsoft.com/office/drawing/2014/main" id="{4B42122E-4834-451F-A7DB-2C427D040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MOTİVASYON · 0–4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428625" y="1666875"/>
          <a:ext xmlns:a="http://schemas.openxmlformats.org/drawingml/2006/main" cx="528637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6ed9d6fe7145f5"/>
          </a:graphicData>
        </a:graphic>
      </p:graphicFrame>
      <p:graphicFrame>
        <p:nvGraphicFramePr>
          <p:cNvPr id="17" name="Chart"/>
          <p:cNvGraphicFramePr/>
          <p:nvPr/>
        </p:nvGraphicFramePr>
        <p:xfrm>
          <a:off xmlns:a="http://schemas.openxmlformats.org/drawingml/2006/main" x="6238875" y="1666875"/>
          <a:ext xmlns:a="http://schemas.openxmlformats.org/drawingml/2006/main" cx="5286375" cy="3714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b2730e06844e50"/>
          </a:graphicData>
        </a:graphic>
      </p:graphicFrame>
      <p:sp>
        <p:nvSpPr>
          <p:cNvPr id="9" name="text-130-590">
            <a:extLst xmlns:a="http://schemas.openxmlformats.org/drawingml/2006/main">
              <a:ext uri="{FF2B5EF4-FFF2-40B4-BE49-F238E27FC236}">
                <a16:creationId xmlns:a16="http://schemas.microsoft.com/office/drawing/2014/main" id="{B52A0107-9E43-43BD-A451-EE8874FA4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619750"/>
            <a:ext cx="971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8F96A3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8F96A3"/>
                </a:solidFill>
                <a:latin typeface="Arial"/>
                <a:ea typeface="Arial"/>
                <a:cs typeface="Arial"/>
              </a:rPr>
              <a:t>Deneyime açıklık ortalaması kaynak tablosunda paylaşılmadığı için grafiğe eklenmedi.</a:t>
            </a:r>
          </a:p>
        </p:txBody>
      </p:sp>
    </p:spTree>
    <p:extLst>
      <p:ext uri="{BB962C8B-B14F-4D97-AF65-F5344CB8AC3E}">
        <p14:creationId xmlns:p14="http://schemas.microsoft.com/office/powerpoint/2010/main" val="153303813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9" name="eyebrow-9">
            <a:extLst xmlns:a="http://schemas.openxmlformats.org/drawingml/2006/main">
              <a:ext uri="{FF2B5EF4-FFF2-40B4-BE49-F238E27FC236}">
                <a16:creationId xmlns:a16="http://schemas.microsoft.com/office/drawing/2014/main" id="{3C9E33A1-F952-4684-9525-434E6739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KANONİK KORELASYON ANALİZİ</a:t>
            </a:r>
          </a:p>
        </p:txBody>
      </p:sp>
      <p:sp>
        <p:nvSpPr>
          <p:cNvPr id="2" name="title-9">
            <a:extLst xmlns:a="http://schemas.openxmlformats.org/drawingml/2006/main">
              <a:ext uri="{FF2B5EF4-FFF2-40B4-BE49-F238E27FC236}">
                <a16:creationId xmlns:a16="http://schemas.microsoft.com/office/drawing/2014/main" id="{025F9D2C-348C-43C9-86C5-A4048C662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3047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Ham korelasyonlar yerel bağları gösterir; CCA tüm sistemi birlikte okur</a:t>
            </a:r>
          </a:p>
        </p:txBody>
      </p:sp>
      <p:cxnSp>
        <p:nvCxnSpPr>
          <p:cNvPr id="201" name="footer-rule-9"/>
          <p:cNvCxnSpPr/>
          <p:nvPr/>
        </p:nvCxnSpPr>
        <p:spPr>
          <a:xfrm xmlns:a="http://schemas.openxmlformats.org/drawingml/2006/main" flipV="0">
            <a:off x="457200" y="64008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4" name="slide-num-9">
            <a:extLst xmlns:a="http://schemas.openxmlformats.org/drawingml/2006/main">
              <a:ext uri="{FF2B5EF4-FFF2-40B4-BE49-F238E27FC236}">
                <a16:creationId xmlns:a16="http://schemas.microsoft.com/office/drawing/2014/main" id="{9EE6B390-8AFD-46D5-9492-DEB773281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5" name="text-305-141">
            <a:extLst xmlns:a="http://schemas.openxmlformats.org/drawingml/2006/main">
              <a:ext uri="{FF2B5EF4-FFF2-40B4-BE49-F238E27FC236}">
                <a16:creationId xmlns:a16="http://schemas.microsoft.com/office/drawing/2014/main" id="{C287AC48-F1A6-4938-840D-56FB502E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343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M1</a:t>
            </a:r>
          </a:p>
        </p:txBody>
      </p:sp>
      <p:sp>
        <p:nvSpPr>
          <p:cNvPr id="6" name="text-251-185">
            <a:extLst xmlns:a="http://schemas.openxmlformats.org/drawingml/2006/main">
              <a:ext uri="{FF2B5EF4-FFF2-40B4-BE49-F238E27FC236}">
                <a16:creationId xmlns:a16="http://schemas.microsoft.com/office/drawing/2014/main" id="{ECB2D3DA-E207-4CB7-A66C-F7D9D8B6C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17621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M1</a:t>
            </a:r>
          </a:p>
        </p:txBody>
      </p:sp>
      <p:sp>
        <p:nvSpPr>
          <p:cNvPr id="7" name="text-351-141">
            <a:extLst xmlns:a="http://schemas.openxmlformats.org/drawingml/2006/main">
              <a:ext uri="{FF2B5EF4-FFF2-40B4-BE49-F238E27FC236}">
                <a16:creationId xmlns:a16="http://schemas.microsoft.com/office/drawing/2014/main" id="{8865712E-AC84-4560-8D13-718FFDB65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343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M2</a:t>
            </a:r>
          </a:p>
        </p:txBody>
      </p:sp>
      <p:sp>
        <p:nvSpPr>
          <p:cNvPr id="8" name="text-251-231">
            <a:extLst xmlns:a="http://schemas.openxmlformats.org/drawingml/2006/main">
              <a:ext uri="{FF2B5EF4-FFF2-40B4-BE49-F238E27FC236}">
                <a16:creationId xmlns:a16="http://schemas.microsoft.com/office/drawing/2014/main" id="{3E57B8E2-B2A2-4315-B947-26E29EB07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2002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M2</a:t>
            </a:r>
          </a:p>
        </p:txBody>
      </p:sp>
      <p:sp>
        <p:nvSpPr>
          <p:cNvPr id="9" name="text-397-141">
            <a:extLst xmlns:a="http://schemas.openxmlformats.org/drawingml/2006/main">
              <a:ext uri="{FF2B5EF4-FFF2-40B4-BE49-F238E27FC236}">
                <a16:creationId xmlns:a16="http://schemas.microsoft.com/office/drawing/2014/main" id="{26B2F0BA-74A7-47BE-89BD-2578A48F8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343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M3</a:t>
            </a:r>
          </a:p>
        </p:txBody>
      </p:sp>
      <p:sp>
        <p:nvSpPr>
          <p:cNvPr id="10" name="text-251-277">
            <a:extLst xmlns:a="http://schemas.openxmlformats.org/drawingml/2006/main">
              <a:ext uri="{FF2B5EF4-FFF2-40B4-BE49-F238E27FC236}">
                <a16:creationId xmlns:a16="http://schemas.microsoft.com/office/drawing/2014/main" id="{8FC2DD77-2FAB-4007-BE7D-BEE012E1A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26384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M3</a:t>
            </a:r>
          </a:p>
        </p:txBody>
      </p:sp>
      <p:sp>
        <p:nvSpPr>
          <p:cNvPr id="11" name="text-443-141">
            <a:extLst xmlns:a="http://schemas.openxmlformats.org/drawingml/2006/main">
              <a:ext uri="{FF2B5EF4-FFF2-40B4-BE49-F238E27FC236}">
                <a16:creationId xmlns:a16="http://schemas.microsoft.com/office/drawing/2014/main" id="{E8AD1FA0-4AA2-4EEB-8D80-9021B9CBE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343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M4</a:t>
            </a:r>
          </a:p>
        </p:txBody>
      </p:sp>
      <p:sp>
        <p:nvSpPr>
          <p:cNvPr id="12" name="text-251-323">
            <a:extLst xmlns:a="http://schemas.openxmlformats.org/drawingml/2006/main">
              <a:ext uri="{FF2B5EF4-FFF2-40B4-BE49-F238E27FC236}">
                <a16:creationId xmlns:a16="http://schemas.microsoft.com/office/drawing/2014/main" id="{8C46158E-6DBE-4684-BAE9-B4E4202C2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0765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M4</a:t>
            </a:r>
          </a:p>
        </p:txBody>
      </p:sp>
      <p:sp>
        <p:nvSpPr>
          <p:cNvPr id="13" name="text-489-141">
            <a:extLst xmlns:a="http://schemas.openxmlformats.org/drawingml/2006/main">
              <a:ext uri="{FF2B5EF4-FFF2-40B4-BE49-F238E27FC236}">
                <a16:creationId xmlns:a16="http://schemas.microsoft.com/office/drawing/2014/main" id="{1E5578E1-5ABF-40FC-A5FC-E7F662A5A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343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P1</a:t>
            </a:r>
          </a:p>
        </p:txBody>
      </p:sp>
      <p:sp>
        <p:nvSpPr>
          <p:cNvPr id="14" name="text-251-369">
            <a:extLst xmlns:a="http://schemas.openxmlformats.org/drawingml/2006/main">
              <a:ext uri="{FF2B5EF4-FFF2-40B4-BE49-F238E27FC236}">
                <a16:creationId xmlns:a16="http://schemas.microsoft.com/office/drawing/2014/main" id="{7836602B-C7DA-4E04-A13B-063F0AF9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5147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P1</a:t>
            </a:r>
          </a:p>
        </p:txBody>
      </p:sp>
      <p:sp>
        <p:nvSpPr>
          <p:cNvPr id="15" name="text-535-141">
            <a:extLst xmlns:a="http://schemas.openxmlformats.org/drawingml/2006/main">
              <a:ext uri="{FF2B5EF4-FFF2-40B4-BE49-F238E27FC236}">
                <a16:creationId xmlns:a16="http://schemas.microsoft.com/office/drawing/2014/main" id="{C49946AA-5D0B-4A0D-B1AE-7046FC26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343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P2</a:t>
            </a:r>
          </a:p>
        </p:txBody>
      </p:sp>
      <p:sp>
        <p:nvSpPr>
          <p:cNvPr id="16" name="text-251-415">
            <a:extLst xmlns:a="http://schemas.openxmlformats.org/drawingml/2006/main">
              <a:ext uri="{FF2B5EF4-FFF2-40B4-BE49-F238E27FC236}">
                <a16:creationId xmlns:a16="http://schemas.microsoft.com/office/drawing/2014/main" id="{F4F1B304-F550-4DBA-B336-B22B53143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39528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P2</a:t>
            </a:r>
          </a:p>
        </p:txBody>
      </p:sp>
      <p:sp>
        <p:nvSpPr>
          <p:cNvPr id="17" name="text-581-141">
            <a:extLst xmlns:a="http://schemas.openxmlformats.org/drawingml/2006/main">
              <a:ext uri="{FF2B5EF4-FFF2-40B4-BE49-F238E27FC236}">
                <a16:creationId xmlns:a16="http://schemas.microsoft.com/office/drawing/2014/main" id="{9BE8B864-BE66-4BA4-AE3C-FCD765431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343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P3</a:t>
            </a:r>
          </a:p>
        </p:txBody>
      </p:sp>
      <p:sp>
        <p:nvSpPr>
          <p:cNvPr id="18" name="text-251-461">
            <a:extLst xmlns:a="http://schemas.openxmlformats.org/drawingml/2006/main">
              <a:ext uri="{FF2B5EF4-FFF2-40B4-BE49-F238E27FC236}">
                <a16:creationId xmlns:a16="http://schemas.microsoft.com/office/drawing/2014/main" id="{A2E54A44-A07E-4798-9422-55D28431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3910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P3</a:t>
            </a:r>
          </a:p>
        </p:txBody>
      </p:sp>
      <p:sp>
        <p:nvSpPr>
          <p:cNvPr id="19" name="text-627-141">
            <a:extLst xmlns:a="http://schemas.openxmlformats.org/drawingml/2006/main">
              <a:ext uri="{FF2B5EF4-FFF2-40B4-BE49-F238E27FC236}">
                <a16:creationId xmlns:a16="http://schemas.microsoft.com/office/drawing/2014/main" id="{18CE95FB-A105-4C48-A2FC-8994729C9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343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P4</a:t>
            </a:r>
          </a:p>
        </p:txBody>
      </p:sp>
      <p:sp>
        <p:nvSpPr>
          <p:cNvPr id="20" name="text-251-507">
            <a:extLst xmlns:a="http://schemas.openxmlformats.org/drawingml/2006/main">
              <a:ext uri="{FF2B5EF4-FFF2-40B4-BE49-F238E27FC236}">
                <a16:creationId xmlns:a16="http://schemas.microsoft.com/office/drawing/2014/main" id="{9A7DFE2C-A4E3-431B-B0E8-46DAED07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482917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P4</a:t>
            </a:r>
          </a:p>
        </p:txBody>
      </p:sp>
      <p:sp>
        <p:nvSpPr>
          <p:cNvPr id="21" name="text-673-141">
            <a:extLst xmlns:a="http://schemas.openxmlformats.org/drawingml/2006/main">
              <a:ext uri="{FF2B5EF4-FFF2-40B4-BE49-F238E27FC236}">
                <a16:creationId xmlns:a16="http://schemas.microsoft.com/office/drawing/2014/main" id="{E4401C39-F0EA-48DA-B8ED-461445F90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343025"/>
            <a:ext cx="438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P5</a:t>
            </a:r>
          </a:p>
        </p:txBody>
      </p:sp>
      <p:sp>
        <p:nvSpPr>
          <p:cNvPr id="22" name="text-251-553">
            <a:extLst xmlns:a="http://schemas.openxmlformats.org/drawingml/2006/main">
              <a:ext uri="{FF2B5EF4-FFF2-40B4-BE49-F238E27FC236}">
                <a16:creationId xmlns:a16="http://schemas.microsoft.com/office/drawing/2014/main" id="{5FB90DB1-6DC6-4209-BC9B-73733EB59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0775" y="5267325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P5</a:t>
            </a:r>
          </a:p>
        </p:txBody>
      </p:sp>
      <p:sp>
        <p:nvSpPr>
          <p:cNvPr id="23" name="rect-305-175">
            <a:extLst xmlns:a="http://schemas.openxmlformats.org/drawingml/2006/main">
              <a:ext uri="{FF2B5EF4-FFF2-40B4-BE49-F238E27FC236}">
                <a16:creationId xmlns:a16="http://schemas.microsoft.com/office/drawing/2014/main" id="{FA6C0786-775A-4508-AB13-4EA0FE67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16668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182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4" name="text-307-186">
            <a:extLst xmlns:a="http://schemas.openxmlformats.org/drawingml/2006/main">
              <a:ext uri="{FF2B5EF4-FFF2-40B4-BE49-F238E27FC236}">
                <a16:creationId xmlns:a16="http://schemas.microsoft.com/office/drawing/2014/main" id="{DBD35DC1-1B38-4F77-9AC4-61B95120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1771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25" name="rect-351-175">
            <a:extLst xmlns:a="http://schemas.openxmlformats.org/drawingml/2006/main">
              <a:ext uri="{FF2B5EF4-FFF2-40B4-BE49-F238E27FC236}">
                <a16:creationId xmlns:a16="http://schemas.microsoft.com/office/drawing/2014/main" id="{A89ADD61-BF05-4612-B495-A83078AA0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16668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8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6" name="text-353-186">
            <a:extLst xmlns:a="http://schemas.openxmlformats.org/drawingml/2006/main">
              <a:ext uri="{FF2B5EF4-FFF2-40B4-BE49-F238E27FC236}">
                <a16:creationId xmlns:a16="http://schemas.microsoft.com/office/drawing/2014/main" id="{CE778ED1-8468-4EE8-8713-60261A0F8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1771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0.45</a:t>
            </a:r>
          </a:p>
        </p:txBody>
      </p:sp>
      <p:sp>
        <p:nvSpPr>
          <p:cNvPr id="27" name="rect-397-175">
            <a:extLst xmlns:a="http://schemas.openxmlformats.org/drawingml/2006/main">
              <a:ext uri="{FF2B5EF4-FFF2-40B4-BE49-F238E27FC236}">
                <a16:creationId xmlns:a16="http://schemas.microsoft.com/office/drawing/2014/main" id="{0D7598BC-FCD7-4446-A146-9309DCF6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6668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C5D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28" name="text-399-186">
            <a:extLst xmlns:a="http://schemas.openxmlformats.org/drawingml/2006/main">
              <a:ext uri="{FF2B5EF4-FFF2-40B4-BE49-F238E27FC236}">
                <a16:creationId xmlns:a16="http://schemas.microsoft.com/office/drawing/2014/main" id="{F071FC4A-930C-4B69-98BF-4EFA13B43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1771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-0.28</a:t>
            </a:r>
          </a:p>
        </p:txBody>
      </p:sp>
      <p:sp>
        <p:nvSpPr>
          <p:cNvPr id="29" name="rect-443-175">
            <a:extLst xmlns:a="http://schemas.openxmlformats.org/drawingml/2006/main">
              <a:ext uri="{FF2B5EF4-FFF2-40B4-BE49-F238E27FC236}">
                <a16:creationId xmlns:a16="http://schemas.microsoft.com/office/drawing/2014/main" id="{91BC80E4-C7B3-4682-B6E8-9971FC9A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16668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C5D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0" name="text-445-186">
            <a:extLst xmlns:a="http://schemas.openxmlformats.org/drawingml/2006/main">
              <a:ext uri="{FF2B5EF4-FFF2-40B4-BE49-F238E27FC236}">
                <a16:creationId xmlns:a16="http://schemas.microsoft.com/office/drawing/2014/main" id="{39BD2C7B-5A51-47CD-B39B-DFBA548EF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71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-0.39</a:t>
            </a:r>
          </a:p>
        </p:txBody>
      </p:sp>
      <p:sp>
        <p:nvSpPr>
          <p:cNvPr id="31" name="rect-489-175">
            <a:extLst xmlns:a="http://schemas.openxmlformats.org/drawingml/2006/main">
              <a:ext uri="{FF2B5EF4-FFF2-40B4-BE49-F238E27FC236}">
                <a16:creationId xmlns:a16="http://schemas.microsoft.com/office/drawing/2014/main" id="{BD277252-FE79-41C7-B6D2-E56F151ED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16668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DB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2" name="text-491-186">
            <a:extLst xmlns:a="http://schemas.openxmlformats.org/drawingml/2006/main">
              <a:ext uri="{FF2B5EF4-FFF2-40B4-BE49-F238E27FC236}">
                <a16:creationId xmlns:a16="http://schemas.microsoft.com/office/drawing/2014/main" id="{156B023D-B65D-4FDB-8573-52DF840DC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1771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0.15</a:t>
            </a:r>
          </a:p>
        </p:txBody>
      </p:sp>
      <p:sp>
        <p:nvSpPr>
          <p:cNvPr id="33" name="rect-535-175">
            <a:extLst xmlns:a="http://schemas.openxmlformats.org/drawingml/2006/main">
              <a:ext uri="{FF2B5EF4-FFF2-40B4-BE49-F238E27FC236}">
                <a16:creationId xmlns:a16="http://schemas.microsoft.com/office/drawing/2014/main" id="{456034DE-C78E-417B-B118-3479D2657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16668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8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4" name="text-537-186">
            <a:extLst xmlns:a="http://schemas.openxmlformats.org/drawingml/2006/main">
              <a:ext uri="{FF2B5EF4-FFF2-40B4-BE49-F238E27FC236}">
                <a16:creationId xmlns:a16="http://schemas.microsoft.com/office/drawing/2014/main" id="{A9FE23E4-E83A-44BF-8C69-1B9F02E1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1771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0.27</a:t>
            </a:r>
          </a:p>
        </p:txBody>
      </p:sp>
      <p:sp>
        <p:nvSpPr>
          <p:cNvPr id="35" name="rect-581-175">
            <a:extLst xmlns:a="http://schemas.openxmlformats.org/drawingml/2006/main">
              <a:ext uri="{FF2B5EF4-FFF2-40B4-BE49-F238E27FC236}">
                <a16:creationId xmlns:a16="http://schemas.microsoft.com/office/drawing/2014/main" id="{4C5E6847-FB7F-497D-BA60-B93355483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16668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8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6" name="text-583-186">
            <a:extLst xmlns:a="http://schemas.openxmlformats.org/drawingml/2006/main">
              <a:ext uri="{FF2B5EF4-FFF2-40B4-BE49-F238E27FC236}">
                <a16:creationId xmlns:a16="http://schemas.microsoft.com/office/drawing/2014/main" id="{EB6E7D8E-5505-40E0-8DDF-CD371DAC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1771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0.33</a:t>
            </a:r>
          </a:p>
        </p:txBody>
      </p:sp>
      <p:sp>
        <p:nvSpPr>
          <p:cNvPr id="37" name="rect-627-175">
            <a:extLst xmlns:a="http://schemas.openxmlformats.org/drawingml/2006/main">
              <a:ext uri="{FF2B5EF4-FFF2-40B4-BE49-F238E27FC236}">
                <a16:creationId xmlns:a16="http://schemas.microsoft.com/office/drawing/2014/main" id="{6CA8D4C9-EEE9-456E-B115-040AADC4B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16668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38" name="text-629-186">
            <a:extLst xmlns:a="http://schemas.openxmlformats.org/drawingml/2006/main">
              <a:ext uri="{FF2B5EF4-FFF2-40B4-BE49-F238E27FC236}">
                <a16:creationId xmlns:a16="http://schemas.microsoft.com/office/drawing/2014/main" id="{CD954A98-D197-4346-A1AA-56ECDB72B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1771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0.02</a:t>
            </a:r>
          </a:p>
        </p:txBody>
      </p:sp>
      <p:sp>
        <p:nvSpPr>
          <p:cNvPr id="39" name="rect-673-175">
            <a:extLst xmlns:a="http://schemas.openxmlformats.org/drawingml/2006/main">
              <a:ext uri="{FF2B5EF4-FFF2-40B4-BE49-F238E27FC236}">
                <a16:creationId xmlns:a16="http://schemas.microsoft.com/office/drawing/2014/main" id="{9743636D-F5AC-40AC-BB8D-D75AF3F9D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16668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5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0" name="text-675-186">
            <a:extLst xmlns:a="http://schemas.openxmlformats.org/drawingml/2006/main">
              <a:ext uri="{FF2B5EF4-FFF2-40B4-BE49-F238E27FC236}">
                <a16:creationId xmlns:a16="http://schemas.microsoft.com/office/drawing/2014/main" id="{DED5545B-3837-484C-93A7-9A9353491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716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-0.21</a:t>
            </a:r>
          </a:p>
        </p:txBody>
      </p:sp>
      <p:sp>
        <p:nvSpPr>
          <p:cNvPr id="41" name="rect-305-221">
            <a:extLst xmlns:a="http://schemas.openxmlformats.org/drawingml/2006/main">
              <a:ext uri="{FF2B5EF4-FFF2-40B4-BE49-F238E27FC236}">
                <a16:creationId xmlns:a16="http://schemas.microsoft.com/office/drawing/2014/main" id="{D258608E-A64B-461E-956F-90EA0702F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1050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8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2" name="text-307-232">
            <a:extLst xmlns:a="http://schemas.openxmlformats.org/drawingml/2006/main">
              <a:ext uri="{FF2B5EF4-FFF2-40B4-BE49-F238E27FC236}">
                <a16:creationId xmlns:a16="http://schemas.microsoft.com/office/drawing/2014/main" id="{DD09B003-A449-44DD-BD3A-D1152CAFB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209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0.45</a:t>
            </a:r>
          </a:p>
        </p:txBody>
      </p:sp>
      <p:sp>
        <p:nvSpPr>
          <p:cNvPr id="43" name="rect-351-221">
            <a:extLst xmlns:a="http://schemas.openxmlformats.org/drawingml/2006/main">
              <a:ext uri="{FF2B5EF4-FFF2-40B4-BE49-F238E27FC236}">
                <a16:creationId xmlns:a16="http://schemas.microsoft.com/office/drawing/2014/main" id="{AD6A06D4-B126-45CA-BB45-307C7C40A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1050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182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4" name="text-353-232">
            <a:extLst xmlns:a="http://schemas.openxmlformats.org/drawingml/2006/main">
              <a:ext uri="{FF2B5EF4-FFF2-40B4-BE49-F238E27FC236}">
                <a16:creationId xmlns:a16="http://schemas.microsoft.com/office/drawing/2014/main" id="{7C777841-28EE-43B6-B96D-2F4396F7D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209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45" name="rect-397-221">
            <a:extLst xmlns:a="http://schemas.openxmlformats.org/drawingml/2006/main">
              <a:ext uri="{FF2B5EF4-FFF2-40B4-BE49-F238E27FC236}">
                <a16:creationId xmlns:a16="http://schemas.microsoft.com/office/drawing/2014/main" id="{350C6D78-66F9-441E-9440-AEA3C274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1050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DB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6" name="text-399-232">
            <a:extLst xmlns:a="http://schemas.openxmlformats.org/drawingml/2006/main">
              <a:ext uri="{FF2B5EF4-FFF2-40B4-BE49-F238E27FC236}">
                <a16:creationId xmlns:a16="http://schemas.microsoft.com/office/drawing/2014/main" id="{9F65D223-770B-45D9-8191-C84A3BBD2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209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0.14</a:t>
            </a:r>
          </a:p>
        </p:txBody>
      </p:sp>
      <p:sp>
        <p:nvSpPr>
          <p:cNvPr id="47" name="rect-443-221">
            <a:extLst xmlns:a="http://schemas.openxmlformats.org/drawingml/2006/main">
              <a:ext uri="{FF2B5EF4-FFF2-40B4-BE49-F238E27FC236}">
                <a16:creationId xmlns:a16="http://schemas.microsoft.com/office/drawing/2014/main" id="{E48D520A-9766-42CE-A815-A065D5B6A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1050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48" name="text-445-232">
            <a:extLst xmlns:a="http://schemas.openxmlformats.org/drawingml/2006/main">
              <a:ext uri="{FF2B5EF4-FFF2-40B4-BE49-F238E27FC236}">
                <a16:creationId xmlns:a16="http://schemas.microsoft.com/office/drawing/2014/main" id="{BA7A0979-82CB-4A4C-9625-23177FAC4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209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0.02</a:t>
            </a:r>
          </a:p>
        </p:txBody>
      </p:sp>
      <p:sp>
        <p:nvSpPr>
          <p:cNvPr id="49" name="rect-489-221">
            <a:extLst xmlns:a="http://schemas.openxmlformats.org/drawingml/2006/main">
              <a:ext uri="{FF2B5EF4-FFF2-40B4-BE49-F238E27FC236}">
                <a16:creationId xmlns:a16="http://schemas.microsoft.com/office/drawing/2014/main" id="{BC7C6571-FD2B-46C2-87D9-92814AAB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1050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0" name="text-491-232">
            <a:extLst xmlns:a="http://schemas.openxmlformats.org/drawingml/2006/main">
              <a:ext uri="{FF2B5EF4-FFF2-40B4-BE49-F238E27FC236}">
                <a16:creationId xmlns:a16="http://schemas.microsoft.com/office/drawing/2014/main" id="{EDEB7B4A-10A3-45EE-BEC5-6BC460872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209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-0.04</a:t>
            </a:r>
          </a:p>
        </p:txBody>
      </p:sp>
      <p:sp>
        <p:nvSpPr>
          <p:cNvPr id="51" name="rect-535-221">
            <a:extLst xmlns:a="http://schemas.openxmlformats.org/drawingml/2006/main">
              <a:ext uri="{FF2B5EF4-FFF2-40B4-BE49-F238E27FC236}">
                <a16:creationId xmlns:a16="http://schemas.microsoft.com/office/drawing/2014/main" id="{403AF1AF-A406-49B7-937F-C4037E3B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1050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2" name="text-537-232">
            <a:extLst xmlns:a="http://schemas.openxmlformats.org/drawingml/2006/main">
              <a:ext uri="{FF2B5EF4-FFF2-40B4-BE49-F238E27FC236}">
                <a16:creationId xmlns:a16="http://schemas.microsoft.com/office/drawing/2014/main" id="{17E338F5-B540-426D-B222-F231C32A7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209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0.02</a:t>
            </a:r>
          </a:p>
        </p:txBody>
      </p:sp>
      <p:sp>
        <p:nvSpPr>
          <p:cNvPr id="53" name="rect-581-221">
            <a:extLst xmlns:a="http://schemas.openxmlformats.org/drawingml/2006/main">
              <a:ext uri="{FF2B5EF4-FFF2-40B4-BE49-F238E27FC236}">
                <a16:creationId xmlns:a16="http://schemas.microsoft.com/office/drawing/2014/main" id="{379F0306-518F-4F6E-9D66-3BCC8F626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1050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DB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4" name="text-583-232">
            <a:extLst xmlns:a="http://schemas.openxmlformats.org/drawingml/2006/main">
              <a:ext uri="{FF2B5EF4-FFF2-40B4-BE49-F238E27FC236}">
                <a16:creationId xmlns:a16="http://schemas.microsoft.com/office/drawing/2014/main" id="{50219765-B2B1-4702-9C80-9D5C82A3B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209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0.13</a:t>
            </a:r>
          </a:p>
        </p:txBody>
      </p:sp>
      <p:sp>
        <p:nvSpPr>
          <p:cNvPr id="55" name="rect-627-221">
            <a:extLst xmlns:a="http://schemas.openxmlformats.org/drawingml/2006/main">
              <a:ext uri="{FF2B5EF4-FFF2-40B4-BE49-F238E27FC236}">
                <a16:creationId xmlns:a16="http://schemas.microsoft.com/office/drawing/2014/main" id="{1E19056B-17C5-4357-A024-26B7904BE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1050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6" name="text-629-232">
            <a:extLst xmlns:a="http://schemas.openxmlformats.org/drawingml/2006/main">
              <a:ext uri="{FF2B5EF4-FFF2-40B4-BE49-F238E27FC236}">
                <a16:creationId xmlns:a16="http://schemas.microsoft.com/office/drawing/2014/main" id="{B4AA6973-4785-4E1C-B527-A05078F08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209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-0.07</a:t>
            </a:r>
          </a:p>
        </p:txBody>
      </p:sp>
      <p:sp>
        <p:nvSpPr>
          <p:cNvPr id="57" name="rect-673-221">
            <a:extLst xmlns:a="http://schemas.openxmlformats.org/drawingml/2006/main">
              <a:ext uri="{FF2B5EF4-FFF2-40B4-BE49-F238E27FC236}">
                <a16:creationId xmlns:a16="http://schemas.microsoft.com/office/drawing/2014/main" id="{6E38134C-8BD0-483B-98E0-8D26ADB92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1050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58" name="text-675-232">
            <a:extLst xmlns:a="http://schemas.openxmlformats.org/drawingml/2006/main">
              <a:ext uri="{FF2B5EF4-FFF2-40B4-BE49-F238E27FC236}">
                <a16:creationId xmlns:a16="http://schemas.microsoft.com/office/drawing/2014/main" id="{3356483C-7B66-46EE-B753-AA17CB6C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2098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-0.06</a:t>
            </a:r>
          </a:p>
        </p:txBody>
      </p:sp>
      <p:sp>
        <p:nvSpPr>
          <p:cNvPr id="59" name="rect-305-267">
            <a:extLst xmlns:a="http://schemas.openxmlformats.org/drawingml/2006/main">
              <a:ext uri="{FF2B5EF4-FFF2-40B4-BE49-F238E27FC236}">
                <a16:creationId xmlns:a16="http://schemas.microsoft.com/office/drawing/2014/main" id="{BAF84584-3009-4FC6-8615-115D5756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431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C5D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0" name="text-307-278">
            <a:extLst xmlns:a="http://schemas.openxmlformats.org/drawingml/2006/main">
              <a:ext uri="{FF2B5EF4-FFF2-40B4-BE49-F238E27FC236}">
                <a16:creationId xmlns:a16="http://schemas.microsoft.com/office/drawing/2014/main" id="{69206250-2C89-4738-A417-F051F2D0D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264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-0.28</a:t>
            </a:r>
          </a:p>
        </p:txBody>
      </p:sp>
      <p:sp>
        <p:nvSpPr>
          <p:cNvPr id="61" name="rect-351-267">
            <a:extLst xmlns:a="http://schemas.openxmlformats.org/drawingml/2006/main">
              <a:ext uri="{FF2B5EF4-FFF2-40B4-BE49-F238E27FC236}">
                <a16:creationId xmlns:a16="http://schemas.microsoft.com/office/drawing/2014/main" id="{057D1E7C-0AE1-4AAC-9889-5335AA287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5431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DB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2" name="text-353-278">
            <a:extLst xmlns:a="http://schemas.openxmlformats.org/drawingml/2006/main">
              <a:ext uri="{FF2B5EF4-FFF2-40B4-BE49-F238E27FC236}">
                <a16:creationId xmlns:a16="http://schemas.microsoft.com/office/drawing/2014/main" id="{90678E88-2FC5-487D-B4C5-04127C83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264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0.14</a:t>
            </a:r>
          </a:p>
        </p:txBody>
      </p:sp>
      <p:sp>
        <p:nvSpPr>
          <p:cNvPr id="63" name="rect-397-267">
            <a:extLst xmlns:a="http://schemas.openxmlformats.org/drawingml/2006/main">
              <a:ext uri="{FF2B5EF4-FFF2-40B4-BE49-F238E27FC236}">
                <a16:creationId xmlns:a16="http://schemas.microsoft.com/office/drawing/2014/main" id="{0034AFAB-E7C9-4B95-B9B2-0A5F3EA3B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5431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182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4" name="text-399-278">
            <a:extLst xmlns:a="http://schemas.openxmlformats.org/drawingml/2006/main">
              <a:ext uri="{FF2B5EF4-FFF2-40B4-BE49-F238E27FC236}">
                <a16:creationId xmlns:a16="http://schemas.microsoft.com/office/drawing/2014/main" id="{375A16A2-9942-484A-9A6A-3E7B013E3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264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65" name="rect-443-267">
            <a:extLst xmlns:a="http://schemas.openxmlformats.org/drawingml/2006/main">
              <a:ext uri="{FF2B5EF4-FFF2-40B4-BE49-F238E27FC236}">
                <a16:creationId xmlns:a16="http://schemas.microsoft.com/office/drawing/2014/main" id="{EB4CC933-80BC-4FE6-AE8A-1D304C9E0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5431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0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6" name="text-445-278">
            <a:extLst xmlns:a="http://schemas.openxmlformats.org/drawingml/2006/main">
              <a:ext uri="{FF2B5EF4-FFF2-40B4-BE49-F238E27FC236}">
                <a16:creationId xmlns:a16="http://schemas.microsoft.com/office/drawing/2014/main" id="{34C81BBC-6AEF-4ECB-9B68-759DED2C2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64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0.64</a:t>
            </a:r>
          </a:p>
        </p:txBody>
      </p:sp>
      <p:sp>
        <p:nvSpPr>
          <p:cNvPr id="67" name="rect-489-267">
            <a:extLst xmlns:a="http://schemas.openxmlformats.org/drawingml/2006/main">
              <a:ext uri="{FF2B5EF4-FFF2-40B4-BE49-F238E27FC236}">
                <a16:creationId xmlns:a16="http://schemas.microsoft.com/office/drawing/2014/main" id="{E6E5DDF8-A17A-4135-8DDE-BB4B288AE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5431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5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68" name="text-491-278">
            <a:extLst xmlns:a="http://schemas.openxmlformats.org/drawingml/2006/main">
              <a:ext uri="{FF2B5EF4-FFF2-40B4-BE49-F238E27FC236}">
                <a16:creationId xmlns:a16="http://schemas.microsoft.com/office/drawing/2014/main" id="{231EDDAD-F4AB-4BF8-9F10-EA10B018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64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-0.25</a:t>
            </a:r>
          </a:p>
        </p:txBody>
      </p:sp>
      <p:sp>
        <p:nvSpPr>
          <p:cNvPr id="69" name="rect-535-267">
            <a:extLst xmlns:a="http://schemas.openxmlformats.org/drawingml/2006/main">
              <a:ext uri="{FF2B5EF4-FFF2-40B4-BE49-F238E27FC236}">
                <a16:creationId xmlns:a16="http://schemas.microsoft.com/office/drawing/2014/main" id="{F6483CA9-E2F5-4C61-843D-1C03AD340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5431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5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0" name="text-537-278">
            <a:extLst xmlns:a="http://schemas.openxmlformats.org/drawingml/2006/main">
              <a:ext uri="{FF2B5EF4-FFF2-40B4-BE49-F238E27FC236}">
                <a16:creationId xmlns:a16="http://schemas.microsoft.com/office/drawing/2014/main" id="{5936D5AF-6815-49B4-8E61-76111E2BA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264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-0.25</a:t>
            </a:r>
          </a:p>
        </p:txBody>
      </p:sp>
      <p:sp>
        <p:nvSpPr>
          <p:cNvPr id="71" name="rect-581-267">
            <a:extLst xmlns:a="http://schemas.openxmlformats.org/drawingml/2006/main">
              <a:ext uri="{FF2B5EF4-FFF2-40B4-BE49-F238E27FC236}">
                <a16:creationId xmlns:a16="http://schemas.microsoft.com/office/drawing/2014/main" id="{660628D0-2BAA-467E-9CE1-555B51D1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5431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5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2" name="text-583-278">
            <a:extLst xmlns:a="http://schemas.openxmlformats.org/drawingml/2006/main">
              <a:ext uri="{FF2B5EF4-FFF2-40B4-BE49-F238E27FC236}">
                <a16:creationId xmlns:a16="http://schemas.microsoft.com/office/drawing/2014/main" id="{4FA370DB-3E83-4EAA-973A-72759FCAF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264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-0.19</a:t>
            </a:r>
          </a:p>
        </p:txBody>
      </p:sp>
      <p:sp>
        <p:nvSpPr>
          <p:cNvPr id="73" name="rect-627-267">
            <a:extLst xmlns:a="http://schemas.openxmlformats.org/drawingml/2006/main">
              <a:ext uri="{FF2B5EF4-FFF2-40B4-BE49-F238E27FC236}">
                <a16:creationId xmlns:a16="http://schemas.microsoft.com/office/drawing/2014/main" id="{19D32A5E-C8AD-4729-BF1F-BF466E839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5431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4" name="text-629-278">
            <a:extLst xmlns:a="http://schemas.openxmlformats.org/drawingml/2006/main">
              <a:ext uri="{FF2B5EF4-FFF2-40B4-BE49-F238E27FC236}">
                <a16:creationId xmlns:a16="http://schemas.microsoft.com/office/drawing/2014/main" id="{49E03B4C-F688-4923-A287-AF983EED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264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0.02</a:t>
            </a:r>
          </a:p>
        </p:txBody>
      </p:sp>
      <p:sp>
        <p:nvSpPr>
          <p:cNvPr id="75" name="rect-673-267">
            <a:extLst xmlns:a="http://schemas.openxmlformats.org/drawingml/2006/main">
              <a:ext uri="{FF2B5EF4-FFF2-40B4-BE49-F238E27FC236}">
                <a16:creationId xmlns:a16="http://schemas.microsoft.com/office/drawing/2014/main" id="{3D6E1DC8-418C-4241-B42C-417BC2D9A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5431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DB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6" name="text-675-278">
            <a:extLst xmlns:a="http://schemas.openxmlformats.org/drawingml/2006/main">
              <a:ext uri="{FF2B5EF4-FFF2-40B4-BE49-F238E27FC236}">
                <a16:creationId xmlns:a16="http://schemas.microsoft.com/office/drawing/2014/main" id="{D7F3FDB1-A2D9-4B88-9B57-2B18599B0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6479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0.19</a:t>
            </a:r>
          </a:p>
        </p:txBody>
      </p:sp>
      <p:sp>
        <p:nvSpPr>
          <p:cNvPr id="77" name="rect-305-313">
            <a:extLst xmlns:a="http://schemas.openxmlformats.org/drawingml/2006/main">
              <a:ext uri="{FF2B5EF4-FFF2-40B4-BE49-F238E27FC236}">
                <a16:creationId xmlns:a16="http://schemas.microsoft.com/office/drawing/2014/main" id="{77F3B579-EF6A-4298-8F07-7AE501D36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9813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C5DE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78" name="text-307-324">
            <a:extLst xmlns:a="http://schemas.openxmlformats.org/drawingml/2006/main">
              <a:ext uri="{FF2B5EF4-FFF2-40B4-BE49-F238E27FC236}">
                <a16:creationId xmlns:a16="http://schemas.microsoft.com/office/drawing/2014/main" id="{86DB123F-86BE-435A-B596-B55D0365A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086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-0.39</a:t>
            </a:r>
          </a:p>
        </p:txBody>
      </p:sp>
      <p:sp>
        <p:nvSpPr>
          <p:cNvPr id="79" name="rect-351-313">
            <a:extLst xmlns:a="http://schemas.openxmlformats.org/drawingml/2006/main">
              <a:ext uri="{FF2B5EF4-FFF2-40B4-BE49-F238E27FC236}">
                <a16:creationId xmlns:a16="http://schemas.microsoft.com/office/drawing/2014/main" id="{67D2A0E5-598A-4643-B9D4-511734743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29813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0" name="text-353-324">
            <a:extLst xmlns:a="http://schemas.openxmlformats.org/drawingml/2006/main">
              <a:ext uri="{FF2B5EF4-FFF2-40B4-BE49-F238E27FC236}">
                <a16:creationId xmlns:a16="http://schemas.microsoft.com/office/drawing/2014/main" id="{6465F806-CBDC-49A2-9C3E-586F7C29B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086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0.02</a:t>
            </a:r>
          </a:p>
        </p:txBody>
      </p:sp>
      <p:sp>
        <p:nvSpPr>
          <p:cNvPr id="81" name="rect-397-313">
            <a:extLst xmlns:a="http://schemas.openxmlformats.org/drawingml/2006/main">
              <a:ext uri="{FF2B5EF4-FFF2-40B4-BE49-F238E27FC236}">
                <a16:creationId xmlns:a16="http://schemas.microsoft.com/office/drawing/2014/main" id="{4ED914FB-E419-41F3-BD65-F237FF0BA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29813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604D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2" name="text-399-324">
            <a:extLst xmlns:a="http://schemas.openxmlformats.org/drawingml/2006/main">
              <a:ext uri="{FF2B5EF4-FFF2-40B4-BE49-F238E27FC236}">
                <a16:creationId xmlns:a16="http://schemas.microsoft.com/office/drawing/2014/main" id="{4A8AF95F-88AB-4990-A449-7D5B4EB9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086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0.64</a:t>
            </a:r>
          </a:p>
        </p:txBody>
      </p:sp>
      <p:sp>
        <p:nvSpPr>
          <p:cNvPr id="83" name="rect-443-313">
            <a:extLst xmlns:a="http://schemas.openxmlformats.org/drawingml/2006/main">
              <a:ext uri="{FF2B5EF4-FFF2-40B4-BE49-F238E27FC236}">
                <a16:creationId xmlns:a16="http://schemas.microsoft.com/office/drawing/2014/main" id="{464F9241-854D-4966-BE72-9E11740F9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9813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182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4" name="text-445-324">
            <a:extLst xmlns:a="http://schemas.openxmlformats.org/drawingml/2006/main">
              <a:ext uri="{FF2B5EF4-FFF2-40B4-BE49-F238E27FC236}">
                <a16:creationId xmlns:a16="http://schemas.microsoft.com/office/drawing/2014/main" id="{E71D147F-C30F-4EB2-B429-BE50020D4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086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85" name="rect-489-313">
            <a:extLst xmlns:a="http://schemas.openxmlformats.org/drawingml/2006/main">
              <a:ext uri="{FF2B5EF4-FFF2-40B4-BE49-F238E27FC236}">
                <a16:creationId xmlns:a16="http://schemas.microsoft.com/office/drawing/2014/main" id="{30547A61-B4C4-4F46-8C27-8F9BC6113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29813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5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6" name="text-491-324">
            <a:extLst xmlns:a="http://schemas.openxmlformats.org/drawingml/2006/main">
              <a:ext uri="{FF2B5EF4-FFF2-40B4-BE49-F238E27FC236}">
                <a16:creationId xmlns:a16="http://schemas.microsoft.com/office/drawing/2014/main" id="{9384A48C-40A2-401F-854D-8C5E9823A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086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-0.20</a:t>
            </a:r>
          </a:p>
        </p:txBody>
      </p:sp>
      <p:sp>
        <p:nvSpPr>
          <p:cNvPr id="87" name="rect-535-313">
            <a:extLst xmlns:a="http://schemas.openxmlformats.org/drawingml/2006/main">
              <a:ext uri="{FF2B5EF4-FFF2-40B4-BE49-F238E27FC236}">
                <a16:creationId xmlns:a16="http://schemas.microsoft.com/office/drawing/2014/main" id="{A9515A31-5E43-4287-A7FD-554F8A957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9813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5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88" name="text-537-324">
            <a:extLst xmlns:a="http://schemas.openxmlformats.org/drawingml/2006/main">
              <a:ext uri="{FF2B5EF4-FFF2-40B4-BE49-F238E27FC236}">
                <a16:creationId xmlns:a16="http://schemas.microsoft.com/office/drawing/2014/main" id="{A8C91815-0BEC-4727-AF7E-0D8573481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086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-0.23</a:t>
            </a:r>
          </a:p>
        </p:txBody>
      </p:sp>
      <p:sp>
        <p:nvSpPr>
          <p:cNvPr id="89" name="rect-581-313">
            <a:extLst xmlns:a="http://schemas.openxmlformats.org/drawingml/2006/main">
              <a:ext uri="{FF2B5EF4-FFF2-40B4-BE49-F238E27FC236}">
                <a16:creationId xmlns:a16="http://schemas.microsoft.com/office/drawing/2014/main" id="{41582661-F834-4B1B-BF82-73247F9FDC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29813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5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0" name="text-583-324">
            <a:extLst xmlns:a="http://schemas.openxmlformats.org/drawingml/2006/main">
              <a:ext uri="{FF2B5EF4-FFF2-40B4-BE49-F238E27FC236}">
                <a16:creationId xmlns:a16="http://schemas.microsoft.com/office/drawing/2014/main" id="{B01834C8-3C04-42B2-B390-EBD9A9E0C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086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-0.25</a:t>
            </a:r>
          </a:p>
        </p:txBody>
      </p:sp>
      <p:sp>
        <p:nvSpPr>
          <p:cNvPr id="91" name="rect-627-313">
            <a:extLst xmlns:a="http://schemas.openxmlformats.org/drawingml/2006/main">
              <a:ext uri="{FF2B5EF4-FFF2-40B4-BE49-F238E27FC236}">
                <a16:creationId xmlns:a16="http://schemas.microsoft.com/office/drawing/2014/main" id="{13065B1C-5910-425A-A265-95DB4AF37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29813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2" name="text-629-324">
            <a:extLst xmlns:a="http://schemas.openxmlformats.org/drawingml/2006/main">
              <a:ext uri="{FF2B5EF4-FFF2-40B4-BE49-F238E27FC236}">
                <a16:creationId xmlns:a16="http://schemas.microsoft.com/office/drawing/2014/main" id="{83369649-0B3D-4C8D-87AB-C838D3B6F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086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-0.07</a:t>
            </a:r>
          </a:p>
        </p:txBody>
      </p:sp>
      <p:sp>
        <p:nvSpPr>
          <p:cNvPr id="93" name="rect-673-313">
            <a:extLst xmlns:a="http://schemas.openxmlformats.org/drawingml/2006/main">
              <a:ext uri="{FF2B5EF4-FFF2-40B4-BE49-F238E27FC236}">
                <a16:creationId xmlns:a16="http://schemas.microsoft.com/office/drawing/2014/main" id="{6FB70EAB-4145-4C29-94A7-7EF5E0D4D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29813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DB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4" name="text-675-324">
            <a:extLst xmlns:a="http://schemas.openxmlformats.org/drawingml/2006/main">
              <a:ext uri="{FF2B5EF4-FFF2-40B4-BE49-F238E27FC236}">
                <a16:creationId xmlns:a16="http://schemas.microsoft.com/office/drawing/2014/main" id="{1C7C92E2-16B7-4273-B9FC-EF4CDC6A1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861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0.20</a:t>
            </a:r>
          </a:p>
        </p:txBody>
      </p:sp>
      <p:sp>
        <p:nvSpPr>
          <p:cNvPr id="95" name="rect-305-359">
            <a:extLst xmlns:a="http://schemas.openxmlformats.org/drawingml/2006/main">
              <a:ext uri="{FF2B5EF4-FFF2-40B4-BE49-F238E27FC236}">
                <a16:creationId xmlns:a16="http://schemas.microsoft.com/office/drawing/2014/main" id="{6EEB16A9-F8E0-4917-8256-C914857A1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4194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DB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6" name="text-307-370">
            <a:extLst xmlns:a="http://schemas.openxmlformats.org/drawingml/2006/main">
              <a:ext uri="{FF2B5EF4-FFF2-40B4-BE49-F238E27FC236}">
                <a16:creationId xmlns:a16="http://schemas.microsoft.com/office/drawing/2014/main" id="{F5F7521F-A22B-4B81-8165-307AFC46B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5242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0.15</a:t>
            </a:r>
          </a:p>
        </p:txBody>
      </p:sp>
      <p:sp>
        <p:nvSpPr>
          <p:cNvPr id="97" name="rect-351-359">
            <a:extLst xmlns:a="http://schemas.openxmlformats.org/drawingml/2006/main">
              <a:ext uri="{FF2B5EF4-FFF2-40B4-BE49-F238E27FC236}">
                <a16:creationId xmlns:a16="http://schemas.microsoft.com/office/drawing/2014/main" id="{779A54EC-2F87-4433-8353-257465B1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4194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8" name="text-353-370">
            <a:extLst xmlns:a="http://schemas.openxmlformats.org/drawingml/2006/main">
              <a:ext uri="{FF2B5EF4-FFF2-40B4-BE49-F238E27FC236}">
                <a16:creationId xmlns:a16="http://schemas.microsoft.com/office/drawing/2014/main" id="{B4298DD4-9E2C-4913-AF7B-4732B335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5242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-0.04</a:t>
            </a:r>
          </a:p>
        </p:txBody>
      </p:sp>
      <p:sp>
        <p:nvSpPr>
          <p:cNvPr id="99" name="rect-397-359">
            <a:extLst xmlns:a="http://schemas.openxmlformats.org/drawingml/2006/main">
              <a:ext uri="{FF2B5EF4-FFF2-40B4-BE49-F238E27FC236}">
                <a16:creationId xmlns:a16="http://schemas.microsoft.com/office/drawing/2014/main" id="{190FFBA9-4C9D-44EE-967F-4F3D646D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4194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5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0" name="text-399-370">
            <a:extLst xmlns:a="http://schemas.openxmlformats.org/drawingml/2006/main">
              <a:ext uri="{FF2B5EF4-FFF2-40B4-BE49-F238E27FC236}">
                <a16:creationId xmlns:a16="http://schemas.microsoft.com/office/drawing/2014/main" id="{70B2F36F-1760-46EF-82A5-A6C5A0616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5242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-0.25</a:t>
            </a:r>
          </a:p>
        </p:txBody>
      </p:sp>
      <p:sp>
        <p:nvSpPr>
          <p:cNvPr id="101" name="rect-443-359">
            <a:extLst xmlns:a="http://schemas.openxmlformats.org/drawingml/2006/main">
              <a:ext uri="{FF2B5EF4-FFF2-40B4-BE49-F238E27FC236}">
                <a16:creationId xmlns:a16="http://schemas.microsoft.com/office/drawing/2014/main" id="{0C5859AF-DE23-4D6D-9BB6-790D874AB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4194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5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2" name="text-445-370">
            <a:extLst xmlns:a="http://schemas.openxmlformats.org/drawingml/2006/main">
              <a:ext uri="{FF2B5EF4-FFF2-40B4-BE49-F238E27FC236}">
                <a16:creationId xmlns:a16="http://schemas.microsoft.com/office/drawing/2014/main" id="{D34B5B3B-3E9E-40B5-B9BB-03D521434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5242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-0.20</a:t>
            </a:r>
          </a:p>
        </p:txBody>
      </p:sp>
      <p:sp>
        <p:nvSpPr>
          <p:cNvPr id="103" name="rect-489-359">
            <a:extLst xmlns:a="http://schemas.openxmlformats.org/drawingml/2006/main">
              <a:ext uri="{FF2B5EF4-FFF2-40B4-BE49-F238E27FC236}">
                <a16:creationId xmlns:a16="http://schemas.microsoft.com/office/drawing/2014/main" id="{514DC2F4-9D08-4AC4-ADF9-25C99C007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4194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182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4" name="text-491-370">
            <a:extLst xmlns:a="http://schemas.openxmlformats.org/drawingml/2006/main">
              <a:ext uri="{FF2B5EF4-FFF2-40B4-BE49-F238E27FC236}">
                <a16:creationId xmlns:a16="http://schemas.microsoft.com/office/drawing/2014/main" id="{F273A85C-508A-4D51-9320-2BDD7C56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5242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105" name="rect-535-359">
            <a:extLst xmlns:a="http://schemas.openxmlformats.org/drawingml/2006/main">
              <a:ext uri="{FF2B5EF4-FFF2-40B4-BE49-F238E27FC236}">
                <a16:creationId xmlns:a16="http://schemas.microsoft.com/office/drawing/2014/main" id="{FC7375BA-0E07-46F0-9C2E-AEED5ECC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4194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DB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6" name="text-537-370">
            <a:extLst xmlns:a="http://schemas.openxmlformats.org/drawingml/2006/main">
              <a:ext uri="{FF2B5EF4-FFF2-40B4-BE49-F238E27FC236}">
                <a16:creationId xmlns:a16="http://schemas.microsoft.com/office/drawing/2014/main" id="{90BBF0E1-0C45-4EDC-B31F-E9A9B28C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5242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0.22</a:t>
            </a:r>
          </a:p>
        </p:txBody>
      </p:sp>
      <p:sp>
        <p:nvSpPr>
          <p:cNvPr id="107" name="rect-581-359">
            <a:extLst xmlns:a="http://schemas.openxmlformats.org/drawingml/2006/main">
              <a:ext uri="{FF2B5EF4-FFF2-40B4-BE49-F238E27FC236}">
                <a16:creationId xmlns:a16="http://schemas.microsoft.com/office/drawing/2014/main" id="{5F478FD2-5EAA-4674-999F-4329AD874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4194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8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08" name="text-583-370">
            <a:extLst xmlns:a="http://schemas.openxmlformats.org/drawingml/2006/main">
              <a:ext uri="{FF2B5EF4-FFF2-40B4-BE49-F238E27FC236}">
                <a16:creationId xmlns:a16="http://schemas.microsoft.com/office/drawing/2014/main" id="{5C4E2C9D-B69A-4E26-B3D5-DDFABA12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5242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0.43</a:t>
            </a:r>
          </a:p>
        </p:txBody>
      </p:sp>
      <p:sp>
        <p:nvSpPr>
          <p:cNvPr id="109" name="rect-627-359">
            <a:extLst xmlns:a="http://schemas.openxmlformats.org/drawingml/2006/main">
              <a:ext uri="{FF2B5EF4-FFF2-40B4-BE49-F238E27FC236}">
                <a16:creationId xmlns:a16="http://schemas.microsoft.com/office/drawing/2014/main" id="{8B434B8D-2EDA-4404-A77A-65F9E17D2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4194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5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0" name="text-629-370">
            <a:extLst xmlns:a="http://schemas.openxmlformats.org/drawingml/2006/main">
              <a:ext uri="{FF2B5EF4-FFF2-40B4-BE49-F238E27FC236}">
                <a16:creationId xmlns:a16="http://schemas.microsoft.com/office/drawing/2014/main" id="{91D30691-B5C5-452F-9E58-AB923F27C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5242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-0.22</a:t>
            </a:r>
          </a:p>
        </p:txBody>
      </p:sp>
      <p:sp>
        <p:nvSpPr>
          <p:cNvPr id="111" name="rect-673-359">
            <a:extLst xmlns:a="http://schemas.openxmlformats.org/drawingml/2006/main">
              <a:ext uri="{FF2B5EF4-FFF2-40B4-BE49-F238E27FC236}">
                <a16:creationId xmlns:a16="http://schemas.microsoft.com/office/drawing/2014/main" id="{EE0F644D-31AE-4F66-9167-7D435CFF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4194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5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2" name="text-675-370">
            <a:extLst xmlns:a="http://schemas.openxmlformats.org/drawingml/2006/main">
              <a:ext uri="{FF2B5EF4-FFF2-40B4-BE49-F238E27FC236}">
                <a16:creationId xmlns:a16="http://schemas.microsoft.com/office/drawing/2014/main" id="{ED9F746F-4421-4579-84A4-B7698A933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5242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-0.18</a:t>
            </a:r>
          </a:p>
        </p:txBody>
      </p:sp>
      <p:sp>
        <p:nvSpPr>
          <p:cNvPr id="113" name="rect-305-405">
            <a:extLst xmlns:a="http://schemas.openxmlformats.org/drawingml/2006/main">
              <a:ext uri="{FF2B5EF4-FFF2-40B4-BE49-F238E27FC236}">
                <a16:creationId xmlns:a16="http://schemas.microsoft.com/office/drawing/2014/main" id="{D39F8F08-E71E-47A6-9DD0-04E9D5EE2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38576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8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4" name="text-307-416">
            <a:extLst xmlns:a="http://schemas.openxmlformats.org/drawingml/2006/main">
              <a:ext uri="{FF2B5EF4-FFF2-40B4-BE49-F238E27FC236}">
                <a16:creationId xmlns:a16="http://schemas.microsoft.com/office/drawing/2014/main" id="{862D6AF1-7AB0-4194-A44C-2759609F0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39624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0.27</a:t>
            </a:r>
          </a:p>
        </p:txBody>
      </p:sp>
      <p:sp>
        <p:nvSpPr>
          <p:cNvPr id="115" name="rect-351-405">
            <a:extLst xmlns:a="http://schemas.openxmlformats.org/drawingml/2006/main">
              <a:ext uri="{FF2B5EF4-FFF2-40B4-BE49-F238E27FC236}">
                <a16:creationId xmlns:a16="http://schemas.microsoft.com/office/drawing/2014/main" id="{51ECE373-B846-47F0-AB1F-C068A1F06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8576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6" name="text-353-416">
            <a:extLst xmlns:a="http://schemas.openxmlformats.org/drawingml/2006/main">
              <a:ext uri="{FF2B5EF4-FFF2-40B4-BE49-F238E27FC236}">
                <a16:creationId xmlns:a16="http://schemas.microsoft.com/office/drawing/2014/main" id="{2114A625-EBEA-473D-B39F-633C0CD73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39624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0.02</a:t>
            </a:r>
          </a:p>
        </p:txBody>
      </p:sp>
      <p:sp>
        <p:nvSpPr>
          <p:cNvPr id="117" name="rect-397-405">
            <a:extLst xmlns:a="http://schemas.openxmlformats.org/drawingml/2006/main">
              <a:ext uri="{FF2B5EF4-FFF2-40B4-BE49-F238E27FC236}">
                <a16:creationId xmlns:a16="http://schemas.microsoft.com/office/drawing/2014/main" id="{3F84E905-4C55-4752-AA71-ACC4C46C3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8576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5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18" name="text-399-416">
            <a:extLst xmlns:a="http://schemas.openxmlformats.org/drawingml/2006/main">
              <a:ext uri="{FF2B5EF4-FFF2-40B4-BE49-F238E27FC236}">
                <a16:creationId xmlns:a16="http://schemas.microsoft.com/office/drawing/2014/main" id="{B5138116-C62E-47A4-A30A-29B321DC5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39624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-0.25</a:t>
            </a:r>
          </a:p>
        </p:txBody>
      </p:sp>
      <p:sp>
        <p:nvSpPr>
          <p:cNvPr id="119" name="rect-443-405">
            <a:extLst xmlns:a="http://schemas.openxmlformats.org/drawingml/2006/main">
              <a:ext uri="{FF2B5EF4-FFF2-40B4-BE49-F238E27FC236}">
                <a16:creationId xmlns:a16="http://schemas.microsoft.com/office/drawing/2014/main" id="{51398800-F244-4DD8-90AF-DF881952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38576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5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0" name="text-445-416">
            <a:extLst xmlns:a="http://schemas.openxmlformats.org/drawingml/2006/main">
              <a:ext uri="{FF2B5EF4-FFF2-40B4-BE49-F238E27FC236}">
                <a16:creationId xmlns:a16="http://schemas.microsoft.com/office/drawing/2014/main" id="{A0833A8A-9F3D-4A0A-8B1B-FDFF6729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9624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-0.23</a:t>
            </a:r>
          </a:p>
        </p:txBody>
      </p:sp>
      <p:sp>
        <p:nvSpPr>
          <p:cNvPr id="121" name="rect-489-405">
            <a:extLst xmlns:a="http://schemas.openxmlformats.org/drawingml/2006/main">
              <a:ext uri="{FF2B5EF4-FFF2-40B4-BE49-F238E27FC236}">
                <a16:creationId xmlns:a16="http://schemas.microsoft.com/office/drawing/2014/main" id="{9D47D856-9235-46AD-8EEA-509F9D3ED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38576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DB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2" name="text-491-416">
            <a:extLst xmlns:a="http://schemas.openxmlformats.org/drawingml/2006/main">
              <a:ext uri="{FF2B5EF4-FFF2-40B4-BE49-F238E27FC236}">
                <a16:creationId xmlns:a16="http://schemas.microsoft.com/office/drawing/2014/main" id="{FEBDFB1D-8558-42BF-B38F-2A07074D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39624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0.22</a:t>
            </a:r>
          </a:p>
        </p:txBody>
      </p:sp>
      <p:sp>
        <p:nvSpPr>
          <p:cNvPr id="123" name="rect-535-405">
            <a:extLst xmlns:a="http://schemas.openxmlformats.org/drawingml/2006/main">
              <a:ext uri="{FF2B5EF4-FFF2-40B4-BE49-F238E27FC236}">
                <a16:creationId xmlns:a16="http://schemas.microsoft.com/office/drawing/2014/main" id="{0D622964-AFE7-4605-8812-1E61EAF86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38576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182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4" name="text-537-416">
            <a:extLst xmlns:a="http://schemas.openxmlformats.org/drawingml/2006/main">
              <a:ext uri="{FF2B5EF4-FFF2-40B4-BE49-F238E27FC236}">
                <a16:creationId xmlns:a16="http://schemas.microsoft.com/office/drawing/2014/main" id="{4E0260FB-8FA0-4414-8600-CADCF313A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39624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125" name="rect-581-405">
            <a:extLst xmlns:a="http://schemas.openxmlformats.org/drawingml/2006/main">
              <a:ext uri="{FF2B5EF4-FFF2-40B4-BE49-F238E27FC236}">
                <a16:creationId xmlns:a16="http://schemas.microsoft.com/office/drawing/2014/main" id="{31A30D35-1AA8-4B83-BBF3-BE7C514C0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38576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8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6" name="text-583-416">
            <a:extLst xmlns:a="http://schemas.openxmlformats.org/drawingml/2006/main">
              <a:ext uri="{FF2B5EF4-FFF2-40B4-BE49-F238E27FC236}">
                <a16:creationId xmlns:a16="http://schemas.microsoft.com/office/drawing/2014/main" id="{1E5D055F-7749-47E5-9DBC-7B4E13A11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39624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0.29</a:t>
            </a:r>
          </a:p>
        </p:txBody>
      </p:sp>
      <p:sp>
        <p:nvSpPr>
          <p:cNvPr id="127" name="rect-627-405">
            <a:extLst xmlns:a="http://schemas.openxmlformats.org/drawingml/2006/main">
              <a:ext uri="{FF2B5EF4-FFF2-40B4-BE49-F238E27FC236}">
                <a16:creationId xmlns:a16="http://schemas.microsoft.com/office/drawing/2014/main" id="{0A1D16F7-259B-4A6D-A35E-05EC9190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38576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8" name="text-629-416">
            <a:extLst xmlns:a="http://schemas.openxmlformats.org/drawingml/2006/main">
              <a:ext uri="{FF2B5EF4-FFF2-40B4-BE49-F238E27FC236}">
                <a16:creationId xmlns:a16="http://schemas.microsoft.com/office/drawing/2014/main" id="{2009BAE4-2264-4C15-8DAC-660AB726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9624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0.03</a:t>
            </a:r>
          </a:p>
        </p:txBody>
      </p:sp>
      <p:sp>
        <p:nvSpPr>
          <p:cNvPr id="129" name="rect-673-405">
            <a:extLst xmlns:a="http://schemas.openxmlformats.org/drawingml/2006/main">
              <a:ext uri="{FF2B5EF4-FFF2-40B4-BE49-F238E27FC236}">
                <a16:creationId xmlns:a16="http://schemas.microsoft.com/office/drawing/2014/main" id="{89932C6A-EF54-4168-8468-01A6C4637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38576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5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0" name="text-675-416">
            <a:extLst xmlns:a="http://schemas.openxmlformats.org/drawingml/2006/main">
              <a:ext uri="{FF2B5EF4-FFF2-40B4-BE49-F238E27FC236}">
                <a16:creationId xmlns:a16="http://schemas.microsoft.com/office/drawing/2014/main" id="{DB38830D-B993-49D0-A218-73771B2EA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624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-0.15</a:t>
            </a:r>
          </a:p>
        </p:txBody>
      </p:sp>
      <p:sp>
        <p:nvSpPr>
          <p:cNvPr id="131" name="rect-305-451">
            <a:extLst xmlns:a="http://schemas.openxmlformats.org/drawingml/2006/main">
              <a:ext uri="{FF2B5EF4-FFF2-40B4-BE49-F238E27FC236}">
                <a16:creationId xmlns:a16="http://schemas.microsoft.com/office/drawing/2014/main" id="{35CC9746-41E6-4040-8D77-DECD96107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2957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8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2" name="text-307-462">
            <a:extLst xmlns:a="http://schemas.openxmlformats.org/drawingml/2006/main">
              <a:ext uri="{FF2B5EF4-FFF2-40B4-BE49-F238E27FC236}">
                <a16:creationId xmlns:a16="http://schemas.microsoft.com/office/drawing/2014/main" id="{50E52C08-5B8A-4E94-84EB-8285BFD25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400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0.33</a:t>
            </a:r>
          </a:p>
        </p:txBody>
      </p:sp>
      <p:sp>
        <p:nvSpPr>
          <p:cNvPr id="133" name="rect-351-451">
            <a:extLst xmlns:a="http://schemas.openxmlformats.org/drawingml/2006/main">
              <a:ext uri="{FF2B5EF4-FFF2-40B4-BE49-F238E27FC236}">
                <a16:creationId xmlns:a16="http://schemas.microsoft.com/office/drawing/2014/main" id="{347E7CDB-E078-473B-BD11-2FF1CFA31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2957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DB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4" name="text-353-462">
            <a:extLst xmlns:a="http://schemas.openxmlformats.org/drawingml/2006/main">
              <a:ext uri="{FF2B5EF4-FFF2-40B4-BE49-F238E27FC236}">
                <a16:creationId xmlns:a16="http://schemas.microsoft.com/office/drawing/2014/main" id="{861A3D58-77D9-4D8C-B384-2514BED2E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400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0.13</a:t>
            </a:r>
          </a:p>
        </p:txBody>
      </p:sp>
      <p:sp>
        <p:nvSpPr>
          <p:cNvPr id="135" name="rect-397-451">
            <a:extLst xmlns:a="http://schemas.openxmlformats.org/drawingml/2006/main">
              <a:ext uri="{FF2B5EF4-FFF2-40B4-BE49-F238E27FC236}">
                <a16:creationId xmlns:a16="http://schemas.microsoft.com/office/drawing/2014/main" id="{C8532B19-6FA3-456A-997B-F3C42EEEB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2957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5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6" name="text-399-462">
            <a:extLst xmlns:a="http://schemas.openxmlformats.org/drawingml/2006/main">
              <a:ext uri="{FF2B5EF4-FFF2-40B4-BE49-F238E27FC236}">
                <a16:creationId xmlns:a16="http://schemas.microsoft.com/office/drawing/2014/main" id="{1225062B-C15C-4A4C-8584-E27B57C1C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400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-0.19</a:t>
            </a:r>
          </a:p>
        </p:txBody>
      </p:sp>
      <p:sp>
        <p:nvSpPr>
          <p:cNvPr id="137" name="rect-443-451">
            <a:extLst xmlns:a="http://schemas.openxmlformats.org/drawingml/2006/main">
              <a:ext uri="{FF2B5EF4-FFF2-40B4-BE49-F238E27FC236}">
                <a16:creationId xmlns:a16="http://schemas.microsoft.com/office/drawing/2014/main" id="{AF0374C0-E0DA-4DAE-892D-69AB7D870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2957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5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8" name="text-445-462">
            <a:extLst xmlns:a="http://schemas.openxmlformats.org/drawingml/2006/main">
              <a:ext uri="{FF2B5EF4-FFF2-40B4-BE49-F238E27FC236}">
                <a16:creationId xmlns:a16="http://schemas.microsoft.com/office/drawing/2014/main" id="{19CE315E-D072-4984-A2CE-CA459D1CC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00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-0.25</a:t>
            </a:r>
          </a:p>
        </p:txBody>
      </p:sp>
      <p:sp>
        <p:nvSpPr>
          <p:cNvPr id="139" name="rect-489-451">
            <a:extLst xmlns:a="http://schemas.openxmlformats.org/drawingml/2006/main">
              <a:ext uri="{FF2B5EF4-FFF2-40B4-BE49-F238E27FC236}">
                <a16:creationId xmlns:a16="http://schemas.microsoft.com/office/drawing/2014/main" id="{83C2B519-6509-4732-9C16-712B81AF5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957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8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0" name="text-491-462">
            <a:extLst xmlns:a="http://schemas.openxmlformats.org/drawingml/2006/main">
              <a:ext uri="{FF2B5EF4-FFF2-40B4-BE49-F238E27FC236}">
                <a16:creationId xmlns:a16="http://schemas.microsoft.com/office/drawing/2014/main" id="{A1A3DFA6-3201-4670-855E-9381E46AA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400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0.43</a:t>
            </a:r>
          </a:p>
        </p:txBody>
      </p:sp>
      <p:sp>
        <p:nvSpPr>
          <p:cNvPr id="141" name="rect-535-451">
            <a:extLst xmlns:a="http://schemas.openxmlformats.org/drawingml/2006/main">
              <a:ext uri="{FF2B5EF4-FFF2-40B4-BE49-F238E27FC236}">
                <a16:creationId xmlns:a16="http://schemas.microsoft.com/office/drawing/2014/main" id="{3844FE77-DEBD-42E5-A483-840FEBEA9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2957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8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2" name="text-537-462">
            <a:extLst xmlns:a="http://schemas.openxmlformats.org/drawingml/2006/main">
              <a:ext uri="{FF2B5EF4-FFF2-40B4-BE49-F238E27FC236}">
                <a16:creationId xmlns:a16="http://schemas.microsoft.com/office/drawing/2014/main" id="{4F92F58D-B515-438F-AD3C-842167FD3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400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0.29</a:t>
            </a:r>
          </a:p>
        </p:txBody>
      </p:sp>
      <p:sp>
        <p:nvSpPr>
          <p:cNvPr id="143" name="rect-581-451">
            <a:extLst xmlns:a="http://schemas.openxmlformats.org/drawingml/2006/main">
              <a:ext uri="{FF2B5EF4-FFF2-40B4-BE49-F238E27FC236}">
                <a16:creationId xmlns:a16="http://schemas.microsoft.com/office/drawing/2014/main" id="{BDB38844-7024-4C21-91F1-CAD6B335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2957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182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4" name="text-583-462">
            <a:extLst xmlns:a="http://schemas.openxmlformats.org/drawingml/2006/main">
              <a:ext uri="{FF2B5EF4-FFF2-40B4-BE49-F238E27FC236}">
                <a16:creationId xmlns:a16="http://schemas.microsoft.com/office/drawing/2014/main" id="{97C82889-FBA1-4EA1-A1F0-44D19E6B3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400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145" name="rect-627-451">
            <a:extLst xmlns:a="http://schemas.openxmlformats.org/drawingml/2006/main">
              <a:ext uri="{FF2B5EF4-FFF2-40B4-BE49-F238E27FC236}">
                <a16:creationId xmlns:a16="http://schemas.microsoft.com/office/drawing/2014/main" id="{5458D55B-796C-4B18-BBCD-54D36AB3B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2957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5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6" name="text-629-462">
            <a:extLst xmlns:a="http://schemas.openxmlformats.org/drawingml/2006/main">
              <a:ext uri="{FF2B5EF4-FFF2-40B4-BE49-F238E27FC236}">
                <a16:creationId xmlns:a16="http://schemas.microsoft.com/office/drawing/2014/main" id="{585803C2-4A48-4FEE-A578-ED5A956B8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400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-0.22</a:t>
            </a:r>
          </a:p>
        </p:txBody>
      </p:sp>
      <p:sp>
        <p:nvSpPr>
          <p:cNvPr id="147" name="rect-673-451">
            <a:extLst xmlns:a="http://schemas.openxmlformats.org/drawingml/2006/main">
              <a:ext uri="{FF2B5EF4-FFF2-40B4-BE49-F238E27FC236}">
                <a16:creationId xmlns:a16="http://schemas.microsoft.com/office/drawing/2014/main" id="{9AD95D5C-174F-49CE-906C-83530C41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2957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5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48" name="text-675-462">
            <a:extLst xmlns:a="http://schemas.openxmlformats.org/drawingml/2006/main">
              <a:ext uri="{FF2B5EF4-FFF2-40B4-BE49-F238E27FC236}">
                <a16:creationId xmlns:a16="http://schemas.microsoft.com/office/drawing/2014/main" id="{424E27DE-98CA-49CA-ACA5-5E43FAAE8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4005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-0.16</a:t>
            </a:r>
          </a:p>
        </p:txBody>
      </p:sp>
      <p:sp>
        <p:nvSpPr>
          <p:cNvPr id="149" name="rect-305-497">
            <a:extLst xmlns:a="http://schemas.openxmlformats.org/drawingml/2006/main">
              <a:ext uri="{FF2B5EF4-FFF2-40B4-BE49-F238E27FC236}">
                <a16:creationId xmlns:a16="http://schemas.microsoft.com/office/drawing/2014/main" id="{514ADB01-B08F-48DC-98FD-F487D065A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47339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0" name="text-307-508">
            <a:extLst xmlns:a="http://schemas.openxmlformats.org/drawingml/2006/main">
              <a:ext uri="{FF2B5EF4-FFF2-40B4-BE49-F238E27FC236}">
                <a16:creationId xmlns:a16="http://schemas.microsoft.com/office/drawing/2014/main" id="{B8F37BEC-C59D-42CA-8E9C-8F66175AC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838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0.02</a:t>
            </a:r>
          </a:p>
        </p:txBody>
      </p:sp>
      <p:sp>
        <p:nvSpPr>
          <p:cNvPr id="151" name="rect-351-497">
            <a:extLst xmlns:a="http://schemas.openxmlformats.org/drawingml/2006/main">
              <a:ext uri="{FF2B5EF4-FFF2-40B4-BE49-F238E27FC236}">
                <a16:creationId xmlns:a16="http://schemas.microsoft.com/office/drawing/2014/main" id="{541391FE-53D0-4440-89B6-48239CD42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47339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2" name="text-353-508">
            <a:extLst xmlns:a="http://schemas.openxmlformats.org/drawingml/2006/main">
              <a:ext uri="{FF2B5EF4-FFF2-40B4-BE49-F238E27FC236}">
                <a16:creationId xmlns:a16="http://schemas.microsoft.com/office/drawing/2014/main" id="{2E73F4B3-DE5D-4BE0-956F-DAE1C49B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4838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-0.07</a:t>
            </a:r>
          </a:p>
        </p:txBody>
      </p:sp>
      <p:sp>
        <p:nvSpPr>
          <p:cNvPr id="153" name="rect-397-497">
            <a:extLst xmlns:a="http://schemas.openxmlformats.org/drawingml/2006/main">
              <a:ext uri="{FF2B5EF4-FFF2-40B4-BE49-F238E27FC236}">
                <a16:creationId xmlns:a16="http://schemas.microsoft.com/office/drawing/2014/main" id="{BF64AF6C-E080-477B-9A9F-83D306450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47339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4" name="text-399-508">
            <a:extLst xmlns:a="http://schemas.openxmlformats.org/drawingml/2006/main">
              <a:ext uri="{FF2B5EF4-FFF2-40B4-BE49-F238E27FC236}">
                <a16:creationId xmlns:a16="http://schemas.microsoft.com/office/drawing/2014/main" id="{AE50E889-AF4C-4BFD-8B95-3A57E29B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4838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0.02</a:t>
            </a:r>
          </a:p>
        </p:txBody>
      </p:sp>
      <p:sp>
        <p:nvSpPr>
          <p:cNvPr id="155" name="rect-443-497">
            <a:extLst xmlns:a="http://schemas.openxmlformats.org/drawingml/2006/main">
              <a:ext uri="{FF2B5EF4-FFF2-40B4-BE49-F238E27FC236}">
                <a16:creationId xmlns:a16="http://schemas.microsoft.com/office/drawing/2014/main" id="{7A32E19C-A7A0-41C5-8A48-AE4ACCB0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47339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6" name="text-445-508">
            <a:extLst xmlns:a="http://schemas.openxmlformats.org/drawingml/2006/main">
              <a:ext uri="{FF2B5EF4-FFF2-40B4-BE49-F238E27FC236}">
                <a16:creationId xmlns:a16="http://schemas.microsoft.com/office/drawing/2014/main" id="{8C3253FD-77AB-424B-A218-5F19E84B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838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-0.07</a:t>
            </a:r>
          </a:p>
        </p:txBody>
      </p:sp>
      <p:sp>
        <p:nvSpPr>
          <p:cNvPr id="157" name="rect-489-497">
            <a:extLst xmlns:a="http://schemas.openxmlformats.org/drawingml/2006/main">
              <a:ext uri="{FF2B5EF4-FFF2-40B4-BE49-F238E27FC236}">
                <a16:creationId xmlns:a16="http://schemas.microsoft.com/office/drawing/2014/main" id="{8A02959D-B453-4626-A407-2CF1CB045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339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5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8" name="text-491-508">
            <a:extLst xmlns:a="http://schemas.openxmlformats.org/drawingml/2006/main">
              <a:ext uri="{FF2B5EF4-FFF2-40B4-BE49-F238E27FC236}">
                <a16:creationId xmlns:a16="http://schemas.microsoft.com/office/drawing/2014/main" id="{B2868B34-68B1-41DE-845D-44725F5D7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838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-0.22</a:t>
            </a:r>
          </a:p>
        </p:txBody>
      </p:sp>
      <p:sp>
        <p:nvSpPr>
          <p:cNvPr id="159" name="rect-535-497">
            <a:extLst xmlns:a="http://schemas.openxmlformats.org/drawingml/2006/main">
              <a:ext uri="{FF2B5EF4-FFF2-40B4-BE49-F238E27FC236}">
                <a16:creationId xmlns:a16="http://schemas.microsoft.com/office/drawing/2014/main" id="{2FD79F88-6959-4452-9772-27D4D396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47339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0" name="text-537-508">
            <a:extLst xmlns:a="http://schemas.openxmlformats.org/drawingml/2006/main">
              <a:ext uri="{FF2B5EF4-FFF2-40B4-BE49-F238E27FC236}">
                <a16:creationId xmlns:a16="http://schemas.microsoft.com/office/drawing/2014/main" id="{60DFB102-6C42-4AA8-B97C-19E2E2965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4838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0.03</a:t>
            </a:r>
          </a:p>
        </p:txBody>
      </p:sp>
      <p:sp>
        <p:nvSpPr>
          <p:cNvPr id="161" name="rect-581-497">
            <a:extLst xmlns:a="http://schemas.openxmlformats.org/drawingml/2006/main">
              <a:ext uri="{FF2B5EF4-FFF2-40B4-BE49-F238E27FC236}">
                <a16:creationId xmlns:a16="http://schemas.microsoft.com/office/drawing/2014/main" id="{E8241267-6965-4028-818E-4922D8C50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47339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5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2" name="text-583-508">
            <a:extLst xmlns:a="http://schemas.openxmlformats.org/drawingml/2006/main">
              <a:ext uri="{FF2B5EF4-FFF2-40B4-BE49-F238E27FC236}">
                <a16:creationId xmlns:a16="http://schemas.microsoft.com/office/drawing/2014/main" id="{A2BD4B4D-E132-48C0-A153-C74634A6D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4838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-0.22</a:t>
            </a:r>
          </a:p>
        </p:txBody>
      </p:sp>
      <p:sp>
        <p:nvSpPr>
          <p:cNvPr id="163" name="rect-627-497">
            <a:extLst xmlns:a="http://schemas.openxmlformats.org/drawingml/2006/main">
              <a:ext uri="{FF2B5EF4-FFF2-40B4-BE49-F238E27FC236}">
                <a16:creationId xmlns:a16="http://schemas.microsoft.com/office/drawing/2014/main" id="{B2D15D2A-47BB-4956-9EF5-16BB47364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47339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182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4" name="text-629-508">
            <a:extLst xmlns:a="http://schemas.openxmlformats.org/drawingml/2006/main">
              <a:ext uri="{FF2B5EF4-FFF2-40B4-BE49-F238E27FC236}">
                <a16:creationId xmlns:a16="http://schemas.microsoft.com/office/drawing/2014/main" id="{8998AA99-62BA-48B3-8F5D-B0AB78E04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4838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165" name="rect-673-497">
            <a:extLst xmlns:a="http://schemas.openxmlformats.org/drawingml/2006/main">
              <a:ext uri="{FF2B5EF4-FFF2-40B4-BE49-F238E27FC236}">
                <a16:creationId xmlns:a16="http://schemas.microsoft.com/office/drawing/2014/main" id="{9CD9D13B-B7F3-4752-BB40-AF81E48A4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473392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5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6" name="text-675-508">
            <a:extLst xmlns:a="http://schemas.openxmlformats.org/drawingml/2006/main">
              <a:ext uri="{FF2B5EF4-FFF2-40B4-BE49-F238E27FC236}">
                <a16:creationId xmlns:a16="http://schemas.microsoft.com/office/drawing/2014/main" id="{E2E5534E-2749-4591-9E72-65BFBDF00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8387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-0.16</a:t>
            </a:r>
          </a:p>
        </p:txBody>
      </p:sp>
      <p:sp>
        <p:nvSpPr>
          <p:cNvPr id="167" name="rect-305-543">
            <a:extLst xmlns:a="http://schemas.openxmlformats.org/drawingml/2006/main">
              <a:ext uri="{FF2B5EF4-FFF2-40B4-BE49-F238E27FC236}">
                <a16:creationId xmlns:a16="http://schemas.microsoft.com/office/drawing/2014/main" id="{24C9CEA8-56B8-4770-96B1-517644120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51720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5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68" name="text-307-554">
            <a:extLst xmlns:a="http://schemas.openxmlformats.org/drawingml/2006/main">
              <a:ext uri="{FF2B5EF4-FFF2-40B4-BE49-F238E27FC236}">
                <a16:creationId xmlns:a16="http://schemas.microsoft.com/office/drawing/2014/main" id="{D1F56674-ED1E-477E-B845-948231B40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276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-0.21</a:t>
            </a:r>
          </a:p>
        </p:txBody>
      </p:sp>
      <p:sp>
        <p:nvSpPr>
          <p:cNvPr id="169" name="rect-351-543">
            <a:extLst xmlns:a="http://schemas.openxmlformats.org/drawingml/2006/main">
              <a:ext uri="{FF2B5EF4-FFF2-40B4-BE49-F238E27FC236}">
                <a16:creationId xmlns:a16="http://schemas.microsoft.com/office/drawing/2014/main" id="{F1B34E2C-8FAF-4EEC-874C-0B696F3E6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51720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0" name="text-353-554">
            <a:extLst xmlns:a="http://schemas.openxmlformats.org/drawingml/2006/main">
              <a:ext uri="{FF2B5EF4-FFF2-40B4-BE49-F238E27FC236}">
                <a16:creationId xmlns:a16="http://schemas.microsoft.com/office/drawing/2014/main" id="{2C6085D1-4CDF-4285-8005-A25FF417B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2325" y="5276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-0.06</a:t>
            </a:r>
          </a:p>
        </p:txBody>
      </p:sp>
      <p:sp>
        <p:nvSpPr>
          <p:cNvPr id="171" name="rect-397-543">
            <a:extLst xmlns:a="http://schemas.openxmlformats.org/drawingml/2006/main">
              <a:ext uri="{FF2B5EF4-FFF2-40B4-BE49-F238E27FC236}">
                <a16:creationId xmlns:a16="http://schemas.microsoft.com/office/drawing/2014/main" id="{FF9E8213-9425-4685-9CF7-AA0A97E91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1720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DB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2" name="text-399-554">
            <a:extLst xmlns:a="http://schemas.openxmlformats.org/drawingml/2006/main">
              <a:ext uri="{FF2B5EF4-FFF2-40B4-BE49-F238E27FC236}">
                <a16:creationId xmlns:a16="http://schemas.microsoft.com/office/drawing/2014/main" id="{0CF22056-C2AD-4D85-B9E7-41F5737D9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00475" y="5276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0.19</a:t>
            </a:r>
          </a:p>
        </p:txBody>
      </p:sp>
      <p:sp>
        <p:nvSpPr>
          <p:cNvPr id="173" name="rect-443-543">
            <a:extLst xmlns:a="http://schemas.openxmlformats.org/drawingml/2006/main">
              <a:ext uri="{FF2B5EF4-FFF2-40B4-BE49-F238E27FC236}">
                <a16:creationId xmlns:a16="http://schemas.microsoft.com/office/drawing/2014/main" id="{539A493E-AEEC-47D5-9131-70BDCB622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51720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DDBC7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4" name="text-445-554">
            <a:extLst xmlns:a="http://schemas.openxmlformats.org/drawingml/2006/main">
              <a:ext uri="{FF2B5EF4-FFF2-40B4-BE49-F238E27FC236}">
                <a16:creationId xmlns:a16="http://schemas.microsoft.com/office/drawing/2014/main" id="{F3AD868E-6B3E-4B4C-AE04-53D7ED044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276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0.20</a:t>
            </a:r>
          </a:p>
        </p:txBody>
      </p:sp>
      <p:sp>
        <p:nvSpPr>
          <p:cNvPr id="175" name="rect-489-543">
            <a:extLst xmlns:a="http://schemas.openxmlformats.org/drawingml/2006/main">
              <a:ext uri="{FF2B5EF4-FFF2-40B4-BE49-F238E27FC236}">
                <a16:creationId xmlns:a16="http://schemas.microsoft.com/office/drawing/2014/main" id="{931E008E-B252-4F95-ACE5-0C98D7FD1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51720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5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6" name="text-491-554">
            <a:extLst xmlns:a="http://schemas.openxmlformats.org/drawingml/2006/main">
              <a:ext uri="{FF2B5EF4-FFF2-40B4-BE49-F238E27FC236}">
                <a16:creationId xmlns:a16="http://schemas.microsoft.com/office/drawing/2014/main" id="{D2BB3846-FF7E-4539-868E-75B354C61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276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-0.18</a:t>
            </a:r>
          </a:p>
        </p:txBody>
      </p:sp>
      <p:sp>
        <p:nvSpPr>
          <p:cNvPr id="177" name="rect-535-543">
            <a:extLst xmlns:a="http://schemas.openxmlformats.org/drawingml/2006/main">
              <a:ext uri="{FF2B5EF4-FFF2-40B4-BE49-F238E27FC236}">
                <a16:creationId xmlns:a16="http://schemas.microsoft.com/office/drawing/2014/main" id="{3F14022B-41C8-425D-8B48-6E8CDE4BF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51720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5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78" name="text-537-554">
            <a:extLst xmlns:a="http://schemas.openxmlformats.org/drawingml/2006/main">
              <a:ext uri="{FF2B5EF4-FFF2-40B4-BE49-F238E27FC236}">
                <a16:creationId xmlns:a16="http://schemas.microsoft.com/office/drawing/2014/main" id="{E47B3F10-1931-4913-A5E6-2EFA308DB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14925" y="5276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-0.15</a:t>
            </a:r>
          </a:p>
        </p:txBody>
      </p:sp>
      <p:sp>
        <p:nvSpPr>
          <p:cNvPr id="179" name="rect-581-543">
            <a:extLst xmlns:a="http://schemas.openxmlformats.org/drawingml/2006/main">
              <a:ext uri="{FF2B5EF4-FFF2-40B4-BE49-F238E27FC236}">
                <a16:creationId xmlns:a16="http://schemas.microsoft.com/office/drawing/2014/main" id="{4AD98DE0-A419-438B-8A96-7222D9BB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34025" y="51720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5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0" name="text-583-554">
            <a:extLst xmlns:a="http://schemas.openxmlformats.org/drawingml/2006/main">
              <a:ext uri="{FF2B5EF4-FFF2-40B4-BE49-F238E27FC236}">
                <a16:creationId xmlns:a16="http://schemas.microsoft.com/office/drawing/2014/main" id="{C4447C32-443A-4ED7-931C-FC7704443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3075" y="5276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-0.16</a:t>
            </a:r>
          </a:p>
        </p:txBody>
      </p:sp>
      <p:sp>
        <p:nvSpPr>
          <p:cNvPr id="181" name="rect-627-543">
            <a:extLst xmlns:a="http://schemas.openxmlformats.org/drawingml/2006/main">
              <a:ext uri="{FF2B5EF4-FFF2-40B4-BE49-F238E27FC236}">
                <a16:creationId xmlns:a16="http://schemas.microsoft.com/office/drawing/2014/main" id="{EBB04110-EE28-4202-88A4-A30FDA812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2175" y="51720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E5F0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2" name="text-629-554">
            <a:extLst xmlns:a="http://schemas.openxmlformats.org/drawingml/2006/main">
              <a:ext uri="{FF2B5EF4-FFF2-40B4-BE49-F238E27FC236}">
                <a16:creationId xmlns:a16="http://schemas.microsoft.com/office/drawing/2014/main" id="{F3D0B7DB-A05D-4376-A54D-439C178A8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5276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-0.16</a:t>
            </a:r>
          </a:p>
        </p:txBody>
      </p:sp>
      <p:sp>
        <p:nvSpPr>
          <p:cNvPr id="183" name="rect-673-543">
            <a:extLst xmlns:a="http://schemas.openxmlformats.org/drawingml/2006/main">
              <a:ext uri="{FF2B5EF4-FFF2-40B4-BE49-F238E27FC236}">
                <a16:creationId xmlns:a16="http://schemas.microsoft.com/office/drawing/2014/main" id="{12339C18-A004-4433-A39B-3859BECA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325" y="5172075"/>
            <a:ext cx="4381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182B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84" name="text-675-554">
            <a:extLst xmlns:a="http://schemas.openxmlformats.org/drawingml/2006/main">
              <a:ext uri="{FF2B5EF4-FFF2-40B4-BE49-F238E27FC236}">
                <a16:creationId xmlns:a16="http://schemas.microsoft.com/office/drawing/2014/main" id="{7B367C77-824E-4EED-B4AD-A24E9BC1F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527685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1.00</a:t>
            </a:r>
          </a:p>
        </p:txBody>
      </p:sp>
      <p:sp>
        <p:nvSpPr>
          <p:cNvPr id="185" name="text-70-190">
            <a:extLst xmlns:a="http://schemas.openxmlformats.org/drawingml/2006/main">
              <a:ext uri="{FF2B5EF4-FFF2-40B4-BE49-F238E27FC236}">
                <a16:creationId xmlns:a16="http://schemas.microsoft.com/office/drawing/2014/main" id="{C36ED065-8333-4F33-A5F8-7379111AD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097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202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M1–M4 · Motivasyon</a:t>
            </a:r>
          </a:p>
        </p:txBody>
      </p:sp>
      <p:sp>
        <p:nvSpPr>
          <p:cNvPr id="186" name="text-70-228">
            <a:extLst xmlns:a="http://schemas.openxmlformats.org/drawingml/2006/main">
              <a:ext uri="{FF2B5EF4-FFF2-40B4-BE49-F238E27FC236}">
                <a16:creationId xmlns:a16="http://schemas.microsoft.com/office/drawing/2014/main" id="{8EBE1C2A-3429-42CF-8ACC-EC0DD1804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717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P1–P5 · Kişilik</a:t>
            </a:r>
          </a:p>
        </p:txBody>
      </p:sp>
      <p:sp>
        <p:nvSpPr>
          <p:cNvPr id="187" name="text-790-185">
            <a:extLst xmlns:a="http://schemas.openxmlformats.org/drawingml/2006/main">
              <a:ext uri="{FF2B5EF4-FFF2-40B4-BE49-F238E27FC236}">
                <a16:creationId xmlns:a16="http://schemas.microsoft.com/office/drawing/2014/main" id="{3BDD61D3-E94C-45D0-AE28-B5D66ADD4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6212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Set içi en yüksek</a:t>
            </a:r>
          </a:p>
        </p:txBody>
      </p:sp>
      <p:sp>
        <p:nvSpPr>
          <p:cNvPr id="188" name="text-790-220">
            <a:extLst xmlns:a="http://schemas.openxmlformats.org/drawingml/2006/main">
              <a:ext uri="{FF2B5EF4-FFF2-40B4-BE49-F238E27FC236}">
                <a16:creationId xmlns:a16="http://schemas.microsoft.com/office/drawing/2014/main" id="{ECB8805D-FADC-4285-9732-B627584E9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95500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M3 ↔ M4   r = 0,64</a:t>
            </a:r>
          </a:p>
        </p:txBody>
      </p:sp>
      <p:sp>
        <p:nvSpPr>
          <p:cNvPr id="189" name="text-790-310">
            <a:extLst xmlns:a="http://schemas.openxmlformats.org/drawingml/2006/main">
              <a:ext uri="{FF2B5EF4-FFF2-40B4-BE49-F238E27FC236}">
                <a16:creationId xmlns:a16="http://schemas.microsoft.com/office/drawing/2014/main" id="{C9FAE321-3897-4780-B53A-AB99906C0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952750"/>
            <a:ext cx="3714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Setler arası en yüksek |r|</a:t>
            </a:r>
          </a:p>
        </p:txBody>
      </p:sp>
      <p:sp>
        <p:nvSpPr>
          <p:cNvPr id="190" name="text-790-345">
            <a:extLst xmlns:a="http://schemas.openxmlformats.org/drawingml/2006/main">
              <a:ext uri="{FF2B5EF4-FFF2-40B4-BE49-F238E27FC236}">
                <a16:creationId xmlns:a16="http://schemas.microsoft.com/office/drawing/2014/main" id="{3F61A4C1-91C2-4BDB-9292-9F17F7A4F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286125"/>
            <a:ext cx="3714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M1 ↔ P3   r = 0,33</a:t>
            </a:r>
          </a:p>
        </p:txBody>
      </p:sp>
      <p:sp>
        <p:nvSpPr>
          <p:cNvPr id="191" name="text-790-445">
            <a:extLst xmlns:a="http://schemas.openxmlformats.org/drawingml/2006/main">
              <a:ext uri="{FF2B5EF4-FFF2-40B4-BE49-F238E27FC236}">
                <a16:creationId xmlns:a16="http://schemas.microsoft.com/office/drawing/2014/main" id="{AF8E06E2-5E18-4B33-AC89-F9A38596F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238625"/>
            <a:ext cx="366712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Tek bir hücre, iki set arasındaki ortak çok değişkenli örüntüyü temsil etmez.</a:t>
            </a:r>
          </a:p>
        </p:txBody>
      </p:sp>
      <p:sp>
        <p:nvSpPr>
          <p:cNvPr id="192" name="text-320-615">
            <a:extLst xmlns:a="http://schemas.openxmlformats.org/drawingml/2006/main">
              <a:ext uri="{FF2B5EF4-FFF2-40B4-BE49-F238E27FC236}">
                <a16:creationId xmlns:a16="http://schemas.microsoft.com/office/drawing/2014/main" id="{8A6C82AE-8A1D-4805-9ED1-C601A4C50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85787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−1</a:t>
            </a:r>
          </a:p>
        </p:txBody>
      </p:sp>
      <p:sp>
        <p:nvSpPr>
          <p:cNvPr id="193" name="rect-360-612">
            <a:extLst xmlns:a="http://schemas.openxmlformats.org/drawingml/2006/main">
              <a:ext uri="{FF2B5EF4-FFF2-40B4-BE49-F238E27FC236}">
                <a16:creationId xmlns:a16="http://schemas.microsoft.com/office/drawing/2014/main" id="{3DABF3BB-3AC3-47AE-87C4-76F38D868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8293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66A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4" name="rect-420-612">
            <a:extLst xmlns:a="http://schemas.openxmlformats.org/drawingml/2006/main">
              <a:ext uri="{FF2B5EF4-FFF2-40B4-BE49-F238E27FC236}">
                <a16:creationId xmlns:a16="http://schemas.microsoft.com/office/drawing/2014/main" id="{9650F349-BF7E-4D7C-81A0-04EC3F3C3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58293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C5D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5" name="rect-480-612">
            <a:extLst xmlns:a="http://schemas.openxmlformats.org/drawingml/2006/main">
              <a:ext uri="{FF2B5EF4-FFF2-40B4-BE49-F238E27FC236}">
                <a16:creationId xmlns:a16="http://schemas.microsoft.com/office/drawing/2014/main" id="{24B09958-E989-40FB-A305-C5AD06C96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8293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6" name="rect-540-612">
            <a:extLst xmlns:a="http://schemas.openxmlformats.org/drawingml/2006/main">
              <a:ext uri="{FF2B5EF4-FFF2-40B4-BE49-F238E27FC236}">
                <a16:creationId xmlns:a16="http://schemas.microsoft.com/office/drawing/2014/main" id="{1BA837B6-7491-4EA8-B71A-D26564EAA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8293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4A58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7" name="rect-600-612">
            <a:extLst xmlns:a="http://schemas.openxmlformats.org/drawingml/2006/main">
              <a:ext uri="{FF2B5EF4-FFF2-40B4-BE49-F238E27FC236}">
                <a16:creationId xmlns:a16="http://schemas.microsoft.com/office/drawing/2014/main" id="{3EB1B0E6-4E55-4664-A6E0-99D32BE4C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5829300"/>
            <a:ext cx="571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218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8" name="text-665-615">
            <a:extLst xmlns:a="http://schemas.openxmlformats.org/drawingml/2006/main">
              <a:ext uri="{FF2B5EF4-FFF2-40B4-BE49-F238E27FC236}">
                <a16:creationId xmlns:a16="http://schemas.microsoft.com/office/drawing/2014/main" id="{3842E540-1CFC-4463-BF6E-6E70CC6FF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857875"/>
            <a:ext cx="333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+1</a:t>
            </a:r>
          </a:p>
        </p:txBody>
      </p:sp>
    </p:spTree>
    <p:extLst>
      <p:ext uri="{BB962C8B-B14F-4D97-AF65-F5344CB8AC3E}">
        <p14:creationId xmlns:p14="http://schemas.microsoft.com/office/powerpoint/2010/main" val="81665284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10">
            <a:extLst xmlns:a="http://schemas.openxmlformats.org/drawingml/2006/main">
              <a:ext uri="{FF2B5EF4-FFF2-40B4-BE49-F238E27FC236}">
                <a16:creationId xmlns:a16="http://schemas.microsoft.com/office/drawing/2014/main" id="{25F2AFAA-9387-461F-8282-4097F00F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KANONİK KORELASYON ANALİZİ</a:t>
            </a:r>
          </a:p>
        </p:txBody>
      </p:sp>
      <p:sp>
        <p:nvSpPr>
          <p:cNvPr id="2" name="title-10">
            <a:extLst xmlns:a="http://schemas.openxmlformats.org/drawingml/2006/main">
              <a:ext uri="{FF2B5EF4-FFF2-40B4-BE49-F238E27FC236}">
                <a16:creationId xmlns:a16="http://schemas.microsoft.com/office/drawing/2014/main" id="{AE18CC9B-3D7A-45E0-B31C-6FFF3C46F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Kanonik değişkenler ağırlıklı toplamlarla kurulur</a:t>
            </a:r>
          </a:p>
        </p:txBody>
      </p:sp>
      <p:cxnSp>
        <p:nvCxnSpPr>
          <p:cNvPr id="20" name="footer-rule-10"/>
          <p:cNvCxnSpPr/>
          <p:nvPr/>
        </p:nvCxnSpPr>
        <p:spPr>
          <a:xfrm xmlns:a="http://schemas.openxmlformats.org/drawingml/2006/main" flipV="0">
            <a:off x="457200" y="64008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4" name="slide-num-10">
            <a:extLst xmlns:a="http://schemas.openxmlformats.org/drawingml/2006/main">
              <a:ext uri="{FF2B5EF4-FFF2-40B4-BE49-F238E27FC236}">
                <a16:creationId xmlns:a16="http://schemas.microsoft.com/office/drawing/2014/main" id="{9C6E4D88-BED0-4294-842E-00AF62832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cxnSp>
        <p:nvCxnSpPr>
          <p:cNvPr id="22" name="line-378-350-510-350"/>
          <p:cNvCxnSpPr/>
          <p:nvPr/>
        </p:nvCxnSpPr>
        <p:spPr>
          <a:xfrm xmlns:a="http://schemas.openxmlformats.org/drawingml/2006/main" flipH="0" flipV="0">
            <a:off x="3600450" y="333375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1D5FDB"/>
            </a:solidFill>
            <a:prstDash val="solid"/>
          </a:ln>
        </p:spPr>
      </p:cxnSp>
      <p:cxnSp>
        <p:nvCxnSpPr>
          <p:cNvPr id="23" name="line-770-350-902-350"/>
          <p:cNvCxnSpPr/>
          <p:nvPr/>
        </p:nvCxnSpPr>
        <p:spPr>
          <a:xfrm xmlns:a="http://schemas.openxmlformats.org/drawingml/2006/main" flipH="0" flipV="0">
            <a:off x="7334250" y="3333750"/>
            <a:ext cx="12573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F2674A"/>
            </a:solidFill>
            <a:prstDash val="solid"/>
          </a:ln>
        </p:spPr>
      </p:cxnSp>
      <p:sp>
        <p:nvSpPr>
          <p:cNvPr id="7" name="rect-70-195">
            <a:extLst xmlns:a="http://schemas.openxmlformats.org/drawingml/2006/main">
              <a:ext uri="{FF2B5EF4-FFF2-40B4-BE49-F238E27FC236}">
                <a16:creationId xmlns:a16="http://schemas.microsoft.com/office/drawing/2014/main" id="{B5F82983-A184-4326-8BF2-00DFCFB1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857375"/>
            <a:ext cx="2952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14288">
            <a:solidFill>
              <a:srgbClr val="1D5FDB"/>
            </a:solidFill>
            <a:prstDash val="solid"/>
          </a:ln>
        </p:spPr>
      </p:sp>
      <p:sp>
        <p:nvSpPr>
          <p:cNvPr id="8" name="text-95-230">
            <a:extLst xmlns:a="http://schemas.openxmlformats.org/drawingml/2006/main">
              <a:ext uri="{FF2B5EF4-FFF2-40B4-BE49-F238E27FC236}">
                <a16:creationId xmlns:a16="http://schemas.microsoft.com/office/drawing/2014/main" id="{433F8B80-6A7F-4DB3-82A5-5309D6D20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1907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X = [X₁ … Xₚ]</a:t>
            </a:r>
          </a:p>
        </p:txBody>
      </p:sp>
      <p:sp>
        <p:nvSpPr>
          <p:cNvPr id="9" name="text-95-320">
            <a:extLst xmlns:a="http://schemas.openxmlformats.org/drawingml/2006/main">
              <a:ext uri="{FF2B5EF4-FFF2-40B4-BE49-F238E27FC236}">
                <a16:creationId xmlns:a16="http://schemas.microsoft.com/office/drawing/2014/main" id="{FB75962D-2BF6-45B4-A890-BE849F1F5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Motivasyon</a:t>
            </a:r>
          </a:p>
          <a:p xmlns:a="http://schemas.openxmlformats.org/drawingml/2006/main">
            <a:pPr algn="ctr">
              <a:defRPr sz="21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değişkenleri</a:t>
            </a:r>
          </a:p>
        </p:txBody>
      </p:sp>
      <p:sp>
        <p:nvSpPr>
          <p:cNvPr id="10" name="rect-510-210">
            <a:extLst xmlns:a="http://schemas.openxmlformats.org/drawingml/2006/main">
              <a:ext uri="{FF2B5EF4-FFF2-40B4-BE49-F238E27FC236}">
                <a16:creationId xmlns:a16="http://schemas.microsoft.com/office/drawing/2014/main" id="{5F12D46D-3D29-4FD3-AE61-35427DB10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2000250"/>
            <a:ext cx="2476500" cy="26670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11" name="text-530-255">
            <a:extLst xmlns:a="http://schemas.openxmlformats.org/drawingml/2006/main">
              <a:ext uri="{FF2B5EF4-FFF2-40B4-BE49-F238E27FC236}">
                <a16:creationId xmlns:a16="http://schemas.microsoft.com/office/drawing/2014/main" id="{AF925343-8073-4E2F-A7F5-162842253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428875"/>
            <a:ext cx="2095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Uₖ = aₖ′X</a:t>
            </a:r>
          </a:p>
        </p:txBody>
      </p:sp>
      <p:sp>
        <p:nvSpPr>
          <p:cNvPr id="12" name="text-530-350">
            <a:extLst xmlns:a="http://schemas.openxmlformats.org/drawingml/2006/main">
              <a:ext uri="{FF2B5EF4-FFF2-40B4-BE49-F238E27FC236}">
                <a16:creationId xmlns:a16="http://schemas.microsoft.com/office/drawing/2014/main" id="{E7C45232-B0C2-4A9E-81C0-BB64AA93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333750"/>
            <a:ext cx="2095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corr(Uₖ,Vₖ)</a:t>
            </a:r>
          </a:p>
          <a:p xmlns:a="http://schemas.openxmlformats.org/drawingml/2006/main">
            <a:pPr algn="ctr">
              <a:defRPr sz="2025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maksimum</a:t>
            </a:r>
          </a:p>
        </p:txBody>
      </p:sp>
      <p:sp>
        <p:nvSpPr>
          <p:cNvPr id="13" name="rect-902-195">
            <a:extLst xmlns:a="http://schemas.openxmlformats.org/drawingml/2006/main">
              <a:ext uri="{FF2B5EF4-FFF2-40B4-BE49-F238E27FC236}">
                <a16:creationId xmlns:a16="http://schemas.microsoft.com/office/drawing/2014/main" id="{40265EB1-DA00-489B-81E2-B862B908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857375"/>
            <a:ext cx="2952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14288">
            <a:solidFill>
              <a:srgbClr val="F2674A"/>
            </a:solidFill>
            <a:prstDash val="solid"/>
          </a:ln>
        </p:spPr>
      </p:sp>
      <p:sp>
        <p:nvSpPr>
          <p:cNvPr id="14" name="text-927-230">
            <a:extLst xmlns:a="http://schemas.openxmlformats.org/drawingml/2006/main">
              <a:ext uri="{FF2B5EF4-FFF2-40B4-BE49-F238E27FC236}">
                <a16:creationId xmlns:a16="http://schemas.microsoft.com/office/drawing/2014/main" id="{CD525978-FB1F-407C-AE82-58E7C8F05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2190750"/>
            <a:ext cx="2476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255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Y = [Y₁ … Yq]</a:t>
            </a:r>
          </a:p>
        </p:txBody>
      </p:sp>
      <p:sp>
        <p:nvSpPr>
          <p:cNvPr id="15" name="text-927-320">
            <a:extLst xmlns:a="http://schemas.openxmlformats.org/drawingml/2006/main">
              <a:ext uri="{FF2B5EF4-FFF2-40B4-BE49-F238E27FC236}">
                <a16:creationId xmlns:a16="http://schemas.microsoft.com/office/drawing/2014/main" id="{3F36BDEE-5BCF-4A15-9CBB-23A6F0B98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3048000"/>
            <a:ext cx="2476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Kişilik</a:t>
            </a:r>
          </a:p>
          <a:p xmlns:a="http://schemas.openxmlformats.org/drawingml/2006/main">
            <a:pPr algn="ctr">
              <a:defRPr sz="21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değişkenleri</a:t>
            </a:r>
          </a:p>
        </p:txBody>
      </p:sp>
      <p:sp>
        <p:nvSpPr>
          <p:cNvPr id="16" name="text-530-448">
            <a:extLst xmlns:a="http://schemas.openxmlformats.org/drawingml/2006/main">
              <a:ext uri="{FF2B5EF4-FFF2-40B4-BE49-F238E27FC236}">
                <a16:creationId xmlns:a16="http://schemas.microsoft.com/office/drawing/2014/main" id="{44860ECE-B19A-43FB-9A18-BF5429A8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4267200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Vₖ = bₖ′Y</a:t>
            </a:r>
          </a:p>
        </p:txBody>
      </p:sp>
      <p:sp>
        <p:nvSpPr>
          <p:cNvPr id="17" name="text-175-560">
            <a:extLst xmlns:a="http://schemas.openxmlformats.org/drawingml/2006/main">
              <a:ext uri="{FF2B5EF4-FFF2-40B4-BE49-F238E27FC236}">
                <a16:creationId xmlns:a16="http://schemas.microsoft.com/office/drawing/2014/main" id="{A8B5A42B-F8E6-46D8-8803-C7894EC0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334000"/>
            <a:ext cx="88582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8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Ağırlıklar (a, b) skorları üretir; yükler ise gözlenen değişkenlerin kendi kanonik değişkenleriyle korelasyonudur.</a:t>
            </a:r>
          </a:p>
        </p:txBody>
      </p:sp>
    </p:spTree>
    <p:extLst>
      <p:ext uri="{BB962C8B-B14F-4D97-AF65-F5344CB8AC3E}">
        <p14:creationId xmlns:p14="http://schemas.microsoft.com/office/powerpoint/2010/main" val="66876738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0" name="eyebrow-11">
            <a:extLst xmlns:a="http://schemas.openxmlformats.org/drawingml/2006/main">
              <a:ext uri="{FF2B5EF4-FFF2-40B4-BE49-F238E27FC236}">
                <a16:creationId xmlns:a16="http://schemas.microsoft.com/office/drawing/2014/main" id="{E51A7E0E-001C-4435-BC5F-8297CF791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KANONİK KORELASYON ANALİZİ</a:t>
            </a:r>
          </a:p>
        </p:txBody>
      </p:sp>
      <p:sp>
        <p:nvSpPr>
          <p:cNvPr id="2" name="title-11">
            <a:extLst xmlns:a="http://schemas.openxmlformats.org/drawingml/2006/main">
              <a:ext uri="{FF2B5EF4-FFF2-40B4-BE49-F238E27FC236}">
                <a16:creationId xmlns:a16="http://schemas.microsoft.com/office/drawing/2014/main" id="{BBE28D78-D73E-4BB9-8E85-965B18CEA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Dört fonksiyon üretildi; yalnız ilk ikisi anlamlı</a:t>
            </a:r>
          </a:p>
        </p:txBody>
      </p:sp>
      <p:cxnSp>
        <p:nvCxnSpPr>
          <p:cNvPr id="62" name="footer-rule-11"/>
          <p:cNvCxnSpPr/>
          <p:nvPr/>
        </p:nvCxnSpPr>
        <p:spPr>
          <a:xfrm xmlns:a="http://schemas.openxmlformats.org/drawingml/2006/main" flipV="0">
            <a:off x="457200" y="64008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4" name="slide-num-11">
            <a:extLst xmlns:a="http://schemas.openxmlformats.org/drawingml/2006/main">
              <a:ext uri="{FF2B5EF4-FFF2-40B4-BE49-F238E27FC236}">
                <a16:creationId xmlns:a16="http://schemas.microsoft.com/office/drawing/2014/main" id="{4FD0528A-1665-45EE-9B34-5DF2C4273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graphicFrame>
        <p:nvGraphicFramePr>
          <p:cNvPr id="64" name="Chart"/>
          <p:cNvGraphicFramePr/>
          <p:nvPr/>
        </p:nvGraphicFramePr>
        <p:xfrm>
          <a:off xmlns:a="http://schemas.openxmlformats.org/drawingml/2006/main" x="428625" y="1571625"/>
          <a:ext xmlns:a="http://schemas.openxmlformats.org/drawingml/2006/main" cx="5095875" cy="4000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88c5905e78974246"/>
          </a:graphicData>
        </a:graphic>
      </p:graphicFrame>
      <p:sp>
        <p:nvSpPr>
          <p:cNvPr id="6" name="rect-640-170">
            <a:extLst xmlns:a="http://schemas.openxmlformats.org/drawingml/2006/main">
              <a:ext uri="{FF2B5EF4-FFF2-40B4-BE49-F238E27FC236}">
                <a16:creationId xmlns:a16="http://schemas.microsoft.com/office/drawing/2014/main" id="{65EB82BA-B3EE-49EE-A94A-2349778B1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A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7" name="text-648-175">
            <a:extLst xmlns:a="http://schemas.openxmlformats.org/drawingml/2006/main">
              <a:ext uri="{FF2B5EF4-FFF2-40B4-BE49-F238E27FC236}">
                <a16:creationId xmlns:a16="http://schemas.microsoft.com/office/drawing/2014/main" id="{2D2D0D3F-138C-4A03-A100-200E2F795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666875"/>
            <a:ext cx="990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Fonksiyon</a:t>
            </a:r>
          </a:p>
        </p:txBody>
      </p:sp>
      <p:sp>
        <p:nvSpPr>
          <p:cNvPr id="8" name="rect-760-170">
            <a:extLst xmlns:a="http://schemas.openxmlformats.org/drawingml/2006/main">
              <a:ext uri="{FF2B5EF4-FFF2-40B4-BE49-F238E27FC236}">
                <a16:creationId xmlns:a16="http://schemas.microsoft.com/office/drawing/2014/main" id="{D397100A-42C3-4B38-84AE-33485878C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61925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A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9" name="text-768-175">
            <a:extLst xmlns:a="http://schemas.openxmlformats.org/drawingml/2006/main">
              <a:ext uri="{FF2B5EF4-FFF2-40B4-BE49-F238E27FC236}">
                <a16:creationId xmlns:a16="http://schemas.microsoft.com/office/drawing/2014/main" id="{A7FA5D52-08A1-4208-BA7E-E20A830EB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666875"/>
            <a:ext cx="847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Rᶜ</a:t>
            </a:r>
          </a:p>
        </p:txBody>
      </p:sp>
      <p:sp>
        <p:nvSpPr>
          <p:cNvPr id="10" name="rect-865-170">
            <a:extLst xmlns:a="http://schemas.openxmlformats.org/drawingml/2006/main">
              <a:ext uri="{FF2B5EF4-FFF2-40B4-BE49-F238E27FC236}">
                <a16:creationId xmlns:a16="http://schemas.microsoft.com/office/drawing/2014/main" id="{401776D4-00E7-45E2-8EE1-521C6FA7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1619250"/>
            <a:ext cx="100012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A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11" name="text-873-175">
            <a:extLst xmlns:a="http://schemas.openxmlformats.org/drawingml/2006/main">
              <a:ext uri="{FF2B5EF4-FFF2-40B4-BE49-F238E27FC236}">
                <a16:creationId xmlns:a16="http://schemas.microsoft.com/office/drawing/2014/main" id="{8A13B2A0-D210-48BC-B7E4-0913B2BA1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1666875"/>
            <a:ext cx="847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Rᶜ²</a:t>
            </a:r>
          </a:p>
        </p:txBody>
      </p:sp>
      <p:sp>
        <p:nvSpPr>
          <p:cNvPr id="12" name="rect-970-170">
            <a:extLst xmlns:a="http://schemas.openxmlformats.org/drawingml/2006/main">
              <a:ext uri="{FF2B5EF4-FFF2-40B4-BE49-F238E27FC236}">
                <a16:creationId xmlns:a16="http://schemas.microsoft.com/office/drawing/2014/main" id="{D9621552-82AD-4883-8318-589F2E09E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19250"/>
            <a:ext cx="1285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A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13" name="text-978-175">
            <a:extLst xmlns:a="http://schemas.openxmlformats.org/drawingml/2006/main">
              <a:ext uri="{FF2B5EF4-FFF2-40B4-BE49-F238E27FC236}">
                <a16:creationId xmlns:a16="http://schemas.microsoft.com/office/drawing/2014/main" id="{74E12E34-D228-483B-8A1E-06DE66D9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1666875"/>
            <a:ext cx="113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Wilks λ</a:t>
            </a:r>
          </a:p>
        </p:txBody>
      </p:sp>
      <p:sp>
        <p:nvSpPr>
          <p:cNvPr id="14" name="rect-1105-170">
            <a:extLst xmlns:a="http://schemas.openxmlformats.org/drawingml/2006/main">
              <a:ext uri="{FF2B5EF4-FFF2-40B4-BE49-F238E27FC236}">
                <a16:creationId xmlns:a16="http://schemas.microsoft.com/office/drawing/2014/main" id="{74BB99F5-818C-4CB0-A240-F1AB054B8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1619250"/>
            <a:ext cx="1285875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41A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15" name="text-1113-175">
            <a:extLst xmlns:a="http://schemas.openxmlformats.org/drawingml/2006/main">
              <a:ext uri="{FF2B5EF4-FFF2-40B4-BE49-F238E27FC236}">
                <a16:creationId xmlns:a16="http://schemas.microsoft.com/office/drawing/2014/main" id="{7DE49795-D2B5-4C02-AF7D-945EAA7A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1666875"/>
            <a:ext cx="113347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</a:t>
            </a:r>
          </a:p>
        </p:txBody>
      </p:sp>
      <p:sp>
        <p:nvSpPr>
          <p:cNvPr id="16" name="rect-640-224">
            <a:extLst xmlns:a="http://schemas.openxmlformats.org/drawingml/2006/main">
              <a:ext uri="{FF2B5EF4-FFF2-40B4-BE49-F238E27FC236}">
                <a16:creationId xmlns:a16="http://schemas.microsoft.com/office/drawing/2014/main" id="{1C0319FD-4756-41ED-9FE0-701522CF2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13360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17" name="text-648-229">
            <a:extLst xmlns:a="http://schemas.openxmlformats.org/drawingml/2006/main">
              <a:ext uri="{FF2B5EF4-FFF2-40B4-BE49-F238E27FC236}">
                <a16:creationId xmlns:a16="http://schemas.microsoft.com/office/drawing/2014/main" id="{F634EF42-9A69-40E1-9956-6FAD8B117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181225"/>
            <a:ext cx="990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18" name="rect-760-224">
            <a:extLst xmlns:a="http://schemas.openxmlformats.org/drawingml/2006/main">
              <a:ext uri="{FF2B5EF4-FFF2-40B4-BE49-F238E27FC236}">
                <a16:creationId xmlns:a16="http://schemas.microsoft.com/office/drawing/2014/main" id="{320AAF32-00B0-4E7B-A275-E4220F0B1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3360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19" name="text-768-229">
            <a:extLst xmlns:a="http://schemas.openxmlformats.org/drawingml/2006/main">
              <a:ext uri="{FF2B5EF4-FFF2-40B4-BE49-F238E27FC236}">
                <a16:creationId xmlns:a16="http://schemas.microsoft.com/office/drawing/2014/main" id="{BC77B99B-1347-4E5E-86F6-E757E2595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181225"/>
            <a:ext cx="847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0,468</a:t>
            </a:r>
          </a:p>
        </p:txBody>
      </p:sp>
      <p:sp>
        <p:nvSpPr>
          <p:cNvPr id="20" name="rect-865-224">
            <a:extLst xmlns:a="http://schemas.openxmlformats.org/drawingml/2006/main">
              <a:ext uri="{FF2B5EF4-FFF2-40B4-BE49-F238E27FC236}">
                <a16:creationId xmlns:a16="http://schemas.microsoft.com/office/drawing/2014/main" id="{FE2A51F0-6284-47B0-9D7C-196BC5D30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13360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21" name="text-873-229">
            <a:extLst xmlns:a="http://schemas.openxmlformats.org/drawingml/2006/main">
              <a:ext uri="{FF2B5EF4-FFF2-40B4-BE49-F238E27FC236}">
                <a16:creationId xmlns:a16="http://schemas.microsoft.com/office/drawing/2014/main" id="{40F123FD-D6EA-41E3-821C-063879D8F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181225"/>
            <a:ext cx="847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21,9%</a:t>
            </a:r>
          </a:p>
        </p:txBody>
      </p:sp>
      <p:sp>
        <p:nvSpPr>
          <p:cNvPr id="22" name="rect-970-224">
            <a:extLst xmlns:a="http://schemas.openxmlformats.org/drawingml/2006/main">
              <a:ext uri="{FF2B5EF4-FFF2-40B4-BE49-F238E27FC236}">
                <a16:creationId xmlns:a16="http://schemas.microsoft.com/office/drawing/2014/main" id="{DEA3A2CB-B1DE-4C69-B4E3-01A46D720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33600"/>
            <a:ext cx="1285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23" name="text-978-229">
            <a:extLst xmlns:a="http://schemas.openxmlformats.org/drawingml/2006/main">
              <a:ext uri="{FF2B5EF4-FFF2-40B4-BE49-F238E27FC236}">
                <a16:creationId xmlns:a16="http://schemas.microsoft.com/office/drawing/2014/main" id="{17099329-0DDD-4486-9F6D-04565D6D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181225"/>
            <a:ext cx="1133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0,733</a:t>
            </a:r>
          </a:p>
        </p:txBody>
      </p:sp>
      <p:sp>
        <p:nvSpPr>
          <p:cNvPr id="24" name="rect-1105-224">
            <a:extLst xmlns:a="http://schemas.openxmlformats.org/drawingml/2006/main">
              <a:ext uri="{FF2B5EF4-FFF2-40B4-BE49-F238E27FC236}">
                <a16:creationId xmlns:a16="http://schemas.microsoft.com/office/drawing/2014/main" id="{8BC5E3E3-687E-4AE7-9AB8-E9B078B66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133600"/>
            <a:ext cx="1285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25" name="text-1113-229">
            <a:extLst xmlns:a="http://schemas.openxmlformats.org/drawingml/2006/main">
              <a:ext uri="{FF2B5EF4-FFF2-40B4-BE49-F238E27FC236}">
                <a16:creationId xmlns:a16="http://schemas.microsoft.com/office/drawing/2014/main" id="{70CC8BD3-D38E-4CF2-A34E-D7520DD45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181225"/>
            <a:ext cx="1133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&lt;0,001</a:t>
            </a:r>
          </a:p>
        </p:txBody>
      </p:sp>
      <p:sp>
        <p:nvSpPr>
          <p:cNvPr id="26" name="rect-640-286">
            <a:extLst xmlns:a="http://schemas.openxmlformats.org/drawingml/2006/main">
              <a:ext uri="{FF2B5EF4-FFF2-40B4-BE49-F238E27FC236}">
                <a16:creationId xmlns:a16="http://schemas.microsoft.com/office/drawing/2014/main" id="{95A0A696-34CB-4B6E-8B78-2318792DD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72415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27" name="text-648-291">
            <a:extLst xmlns:a="http://schemas.openxmlformats.org/drawingml/2006/main">
              <a:ext uri="{FF2B5EF4-FFF2-40B4-BE49-F238E27FC236}">
                <a16:creationId xmlns:a16="http://schemas.microsoft.com/office/drawing/2014/main" id="{CCC64213-527E-405B-964E-591273683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71775"/>
            <a:ext cx="990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F2</a:t>
            </a:r>
          </a:p>
        </p:txBody>
      </p:sp>
      <p:sp>
        <p:nvSpPr>
          <p:cNvPr id="28" name="rect-760-286">
            <a:extLst xmlns:a="http://schemas.openxmlformats.org/drawingml/2006/main">
              <a:ext uri="{FF2B5EF4-FFF2-40B4-BE49-F238E27FC236}">
                <a16:creationId xmlns:a16="http://schemas.microsoft.com/office/drawing/2014/main" id="{C9DD1FA5-D924-4770-9613-45E08F2B2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72415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29" name="text-768-291">
            <a:extLst xmlns:a="http://schemas.openxmlformats.org/drawingml/2006/main">
              <a:ext uri="{FF2B5EF4-FFF2-40B4-BE49-F238E27FC236}">
                <a16:creationId xmlns:a16="http://schemas.microsoft.com/office/drawing/2014/main" id="{A3002F55-BF73-4766-816F-C3B853B9E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771775"/>
            <a:ext cx="847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0,201</a:t>
            </a:r>
          </a:p>
        </p:txBody>
      </p:sp>
      <p:sp>
        <p:nvSpPr>
          <p:cNvPr id="30" name="rect-865-286">
            <a:extLst xmlns:a="http://schemas.openxmlformats.org/drawingml/2006/main">
              <a:ext uri="{FF2B5EF4-FFF2-40B4-BE49-F238E27FC236}">
                <a16:creationId xmlns:a16="http://schemas.microsoft.com/office/drawing/2014/main" id="{FEFE5A98-0A9C-4BE7-9A65-C2CC8141D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272415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31" name="text-873-291">
            <a:extLst xmlns:a="http://schemas.openxmlformats.org/drawingml/2006/main">
              <a:ext uri="{FF2B5EF4-FFF2-40B4-BE49-F238E27FC236}">
                <a16:creationId xmlns:a16="http://schemas.microsoft.com/office/drawing/2014/main" id="{83AC74EB-24CA-467C-94BB-FDD593B89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2771775"/>
            <a:ext cx="847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4,0%</a:t>
            </a:r>
          </a:p>
        </p:txBody>
      </p:sp>
      <p:sp>
        <p:nvSpPr>
          <p:cNvPr id="32" name="rect-970-286">
            <a:extLst xmlns:a="http://schemas.openxmlformats.org/drawingml/2006/main">
              <a:ext uri="{FF2B5EF4-FFF2-40B4-BE49-F238E27FC236}">
                <a16:creationId xmlns:a16="http://schemas.microsoft.com/office/drawing/2014/main" id="{3DC37036-BACD-49F1-8F7D-92BDFC1B4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24150"/>
            <a:ext cx="1285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33" name="text-978-291">
            <a:extLst xmlns:a="http://schemas.openxmlformats.org/drawingml/2006/main">
              <a:ext uri="{FF2B5EF4-FFF2-40B4-BE49-F238E27FC236}">
                <a16:creationId xmlns:a16="http://schemas.microsoft.com/office/drawing/2014/main" id="{993D5DDF-1EA9-4764-A2C7-40113F2B9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2771775"/>
            <a:ext cx="1133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0,938</a:t>
            </a:r>
          </a:p>
        </p:txBody>
      </p:sp>
      <p:sp>
        <p:nvSpPr>
          <p:cNvPr id="34" name="rect-1105-286">
            <a:extLst xmlns:a="http://schemas.openxmlformats.org/drawingml/2006/main">
              <a:ext uri="{FF2B5EF4-FFF2-40B4-BE49-F238E27FC236}">
                <a16:creationId xmlns:a16="http://schemas.microsoft.com/office/drawing/2014/main" id="{4676C110-11FB-4498-8D3A-1C290B0DD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724150"/>
            <a:ext cx="1285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35" name="text-1113-291">
            <a:extLst xmlns:a="http://schemas.openxmlformats.org/drawingml/2006/main">
              <a:ext uri="{FF2B5EF4-FFF2-40B4-BE49-F238E27FC236}">
                <a16:creationId xmlns:a16="http://schemas.microsoft.com/office/drawing/2014/main" id="{5BF15ED5-BD4A-4F28-9D42-A3F94D7D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771775"/>
            <a:ext cx="1133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0,032</a:t>
            </a:r>
          </a:p>
        </p:txBody>
      </p:sp>
      <p:sp>
        <p:nvSpPr>
          <p:cNvPr id="36" name="rect-640-348">
            <a:extLst xmlns:a="http://schemas.openxmlformats.org/drawingml/2006/main">
              <a:ext uri="{FF2B5EF4-FFF2-40B4-BE49-F238E27FC236}">
                <a16:creationId xmlns:a16="http://schemas.microsoft.com/office/drawing/2014/main" id="{CD2A57B5-CFAE-409D-8417-B53EFC088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1470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37" name="text-648-353">
            <a:extLst xmlns:a="http://schemas.openxmlformats.org/drawingml/2006/main">
              <a:ext uri="{FF2B5EF4-FFF2-40B4-BE49-F238E27FC236}">
                <a16:creationId xmlns:a16="http://schemas.microsoft.com/office/drawing/2014/main" id="{4749067C-2543-4630-B82A-925A3EDB7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362325"/>
            <a:ext cx="990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F3</a:t>
            </a:r>
          </a:p>
        </p:txBody>
      </p:sp>
      <p:sp>
        <p:nvSpPr>
          <p:cNvPr id="38" name="rect-760-348">
            <a:extLst xmlns:a="http://schemas.openxmlformats.org/drawingml/2006/main">
              <a:ext uri="{FF2B5EF4-FFF2-40B4-BE49-F238E27FC236}">
                <a16:creationId xmlns:a16="http://schemas.microsoft.com/office/drawing/2014/main" id="{95B82B14-6EFB-4CEE-96BA-C43953046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31470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39" name="text-768-353">
            <a:extLst xmlns:a="http://schemas.openxmlformats.org/drawingml/2006/main">
              <a:ext uri="{FF2B5EF4-FFF2-40B4-BE49-F238E27FC236}">
                <a16:creationId xmlns:a16="http://schemas.microsoft.com/office/drawing/2014/main" id="{596ADB90-DBEE-4075-9E81-7BF92E014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362325"/>
            <a:ext cx="847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0,141</a:t>
            </a:r>
          </a:p>
        </p:txBody>
      </p:sp>
      <p:sp>
        <p:nvSpPr>
          <p:cNvPr id="40" name="rect-865-348">
            <a:extLst xmlns:a="http://schemas.openxmlformats.org/drawingml/2006/main">
              <a:ext uri="{FF2B5EF4-FFF2-40B4-BE49-F238E27FC236}">
                <a16:creationId xmlns:a16="http://schemas.microsoft.com/office/drawing/2014/main" id="{4C45527B-B9FA-42E9-8329-0F0DA9238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31470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41" name="text-873-353">
            <a:extLst xmlns:a="http://schemas.openxmlformats.org/drawingml/2006/main">
              <a:ext uri="{FF2B5EF4-FFF2-40B4-BE49-F238E27FC236}">
                <a16:creationId xmlns:a16="http://schemas.microsoft.com/office/drawing/2014/main" id="{25138B71-2BF5-4659-B6FC-2F5DD0A64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362325"/>
            <a:ext cx="847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2,0%</a:t>
            </a:r>
          </a:p>
        </p:txBody>
      </p:sp>
      <p:sp>
        <p:nvSpPr>
          <p:cNvPr id="42" name="rect-970-348">
            <a:extLst xmlns:a="http://schemas.openxmlformats.org/drawingml/2006/main">
              <a:ext uri="{FF2B5EF4-FFF2-40B4-BE49-F238E27FC236}">
                <a16:creationId xmlns:a16="http://schemas.microsoft.com/office/drawing/2014/main" id="{56AD7B86-06AB-4756-B8E0-98A08D43F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314700"/>
            <a:ext cx="1285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43" name="text-978-353">
            <a:extLst xmlns:a="http://schemas.openxmlformats.org/drawingml/2006/main">
              <a:ext uri="{FF2B5EF4-FFF2-40B4-BE49-F238E27FC236}">
                <a16:creationId xmlns:a16="http://schemas.microsoft.com/office/drawing/2014/main" id="{C23F9FAF-CD82-4840-B748-40678BA6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362325"/>
            <a:ext cx="1133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0,978</a:t>
            </a:r>
          </a:p>
        </p:txBody>
      </p:sp>
      <p:sp>
        <p:nvSpPr>
          <p:cNvPr id="44" name="rect-1105-348">
            <a:extLst xmlns:a="http://schemas.openxmlformats.org/drawingml/2006/main">
              <a:ext uri="{FF2B5EF4-FFF2-40B4-BE49-F238E27FC236}">
                <a16:creationId xmlns:a16="http://schemas.microsoft.com/office/drawing/2014/main" id="{1D8ADF9F-2A71-4BA3-AC50-5FA5A2EF5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314700"/>
            <a:ext cx="1285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45" name="text-1113-353">
            <a:extLst xmlns:a="http://schemas.openxmlformats.org/drawingml/2006/main">
              <a:ext uri="{FF2B5EF4-FFF2-40B4-BE49-F238E27FC236}">
                <a16:creationId xmlns:a16="http://schemas.microsoft.com/office/drawing/2014/main" id="{6096066C-ADA6-4B4A-81C9-ED3D6A110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362325"/>
            <a:ext cx="1133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0,240</a:t>
            </a:r>
          </a:p>
        </p:txBody>
      </p:sp>
      <p:sp>
        <p:nvSpPr>
          <p:cNvPr id="46" name="rect-640-410">
            <a:extLst xmlns:a="http://schemas.openxmlformats.org/drawingml/2006/main">
              <a:ext uri="{FF2B5EF4-FFF2-40B4-BE49-F238E27FC236}">
                <a16:creationId xmlns:a16="http://schemas.microsoft.com/office/drawing/2014/main" id="{A4E6E2D4-A009-4115-B771-DECE87905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05250"/>
            <a:ext cx="1143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47" name="text-648-415">
            <a:extLst xmlns:a="http://schemas.openxmlformats.org/drawingml/2006/main">
              <a:ext uri="{FF2B5EF4-FFF2-40B4-BE49-F238E27FC236}">
                <a16:creationId xmlns:a16="http://schemas.microsoft.com/office/drawing/2014/main" id="{1505D49D-3189-4D05-9CE8-EB66F55F8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952875"/>
            <a:ext cx="990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F4</a:t>
            </a:r>
          </a:p>
        </p:txBody>
      </p:sp>
      <p:sp>
        <p:nvSpPr>
          <p:cNvPr id="48" name="rect-760-410">
            <a:extLst xmlns:a="http://schemas.openxmlformats.org/drawingml/2006/main">
              <a:ext uri="{FF2B5EF4-FFF2-40B4-BE49-F238E27FC236}">
                <a16:creationId xmlns:a16="http://schemas.microsoft.com/office/drawing/2014/main" id="{6CF36C8A-4A39-484C-BA58-F9BA68327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90525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49" name="text-768-415">
            <a:extLst xmlns:a="http://schemas.openxmlformats.org/drawingml/2006/main">
              <a:ext uri="{FF2B5EF4-FFF2-40B4-BE49-F238E27FC236}">
                <a16:creationId xmlns:a16="http://schemas.microsoft.com/office/drawing/2014/main" id="{7A643F03-D7AA-4EEF-B2BE-E0FC4781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952875"/>
            <a:ext cx="847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0,052</a:t>
            </a:r>
          </a:p>
        </p:txBody>
      </p:sp>
      <p:sp>
        <p:nvSpPr>
          <p:cNvPr id="50" name="rect-865-410">
            <a:extLst xmlns:a="http://schemas.openxmlformats.org/drawingml/2006/main">
              <a:ext uri="{FF2B5EF4-FFF2-40B4-BE49-F238E27FC236}">
                <a16:creationId xmlns:a16="http://schemas.microsoft.com/office/drawing/2014/main" id="{CF52F4F5-71EC-41E1-A76B-1AB7C6F5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100012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51" name="text-873-415">
            <a:extLst xmlns:a="http://schemas.openxmlformats.org/drawingml/2006/main">
              <a:ext uri="{FF2B5EF4-FFF2-40B4-BE49-F238E27FC236}">
                <a16:creationId xmlns:a16="http://schemas.microsoft.com/office/drawing/2014/main" id="{8CD217BF-568B-47C1-8F54-F30303EF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5325" y="3952875"/>
            <a:ext cx="8477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0,3%</a:t>
            </a:r>
          </a:p>
        </p:txBody>
      </p:sp>
      <p:sp>
        <p:nvSpPr>
          <p:cNvPr id="52" name="rect-970-410">
            <a:extLst xmlns:a="http://schemas.openxmlformats.org/drawingml/2006/main">
              <a:ext uri="{FF2B5EF4-FFF2-40B4-BE49-F238E27FC236}">
                <a16:creationId xmlns:a16="http://schemas.microsoft.com/office/drawing/2014/main" id="{EF167055-1879-4936-864B-B62E70A57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905250"/>
            <a:ext cx="1285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53" name="text-978-415">
            <a:extLst xmlns:a="http://schemas.openxmlformats.org/drawingml/2006/main">
              <a:ext uri="{FF2B5EF4-FFF2-40B4-BE49-F238E27FC236}">
                <a16:creationId xmlns:a16="http://schemas.microsoft.com/office/drawing/2014/main" id="{599F3031-DC69-4C98-A35A-3F1490EF5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3952875"/>
            <a:ext cx="1133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0,997</a:t>
            </a:r>
          </a:p>
        </p:txBody>
      </p:sp>
      <p:sp>
        <p:nvSpPr>
          <p:cNvPr id="54" name="rect-1105-410">
            <a:extLst xmlns:a="http://schemas.openxmlformats.org/drawingml/2006/main">
              <a:ext uri="{FF2B5EF4-FFF2-40B4-BE49-F238E27FC236}">
                <a16:creationId xmlns:a16="http://schemas.microsoft.com/office/drawing/2014/main" id="{566B01D7-8CFB-444E-A001-95F157C8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905250"/>
            <a:ext cx="1285875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55" name="text-1113-415">
            <a:extLst xmlns:a="http://schemas.openxmlformats.org/drawingml/2006/main">
              <a:ext uri="{FF2B5EF4-FFF2-40B4-BE49-F238E27FC236}">
                <a16:creationId xmlns:a16="http://schemas.microsoft.com/office/drawing/2014/main" id="{4F17FA47-516C-4A1C-B209-C0739C28F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952875"/>
            <a:ext cx="113347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0,625</a:t>
            </a:r>
          </a:p>
        </p:txBody>
      </p:sp>
      <p:sp>
        <p:nvSpPr>
          <p:cNvPr id="56" name="rect-640-510">
            <a:extLst xmlns:a="http://schemas.openxmlformats.org/drawingml/2006/main">
              <a:ext uri="{FF2B5EF4-FFF2-40B4-BE49-F238E27FC236}">
                <a16:creationId xmlns:a16="http://schemas.microsoft.com/office/drawing/2014/main" id="{F9949782-D500-4B97-AE59-3CE994089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57750"/>
            <a:ext cx="5715000" cy="1047750"/>
          </a:xfrm>
          <a:prstGeom xmlns:a="http://schemas.openxmlformats.org/drawingml/2006/main" prst="roundRect">
            <a:avLst>
              <a:gd name="adj" fmla="val 7273"/>
            </a:avLst>
          </a:prstGeom>
          <a:solidFill xmlns:a="http://schemas.openxmlformats.org/drawingml/2006/main">
            <a:srgbClr val="E8F7F1"/>
          </a:solidFill>
          <a:ln xmlns:a="http://schemas.openxmlformats.org/drawingml/2006/main" w="14288">
            <a:solidFill>
              <a:srgbClr val="168A63"/>
            </a:solidFill>
            <a:prstDash val="solid"/>
          </a:ln>
        </p:spPr>
      </p:sp>
      <p:sp>
        <p:nvSpPr>
          <p:cNvPr id="57" name="text-662-527">
            <a:extLst xmlns:a="http://schemas.openxmlformats.org/drawingml/2006/main">
              <a:ext uri="{FF2B5EF4-FFF2-40B4-BE49-F238E27FC236}">
                <a16:creationId xmlns:a16="http://schemas.microsoft.com/office/drawing/2014/main" id="{7FB27AD8-1148-4901-ADC6-5238ACA2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0196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68A63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68A63"/>
                </a:solidFill>
                <a:latin typeface="Arial"/>
                <a:ea typeface="Arial"/>
                <a:cs typeface="Arial"/>
              </a:rPr>
              <a:t>Karar</a:t>
            </a:r>
          </a:p>
        </p:txBody>
      </p:sp>
      <p:sp>
        <p:nvSpPr>
          <p:cNvPr id="58" name="text-748-525">
            <a:extLst xmlns:a="http://schemas.openxmlformats.org/drawingml/2006/main">
              <a:ext uri="{FF2B5EF4-FFF2-40B4-BE49-F238E27FC236}">
                <a16:creationId xmlns:a16="http://schemas.microsoft.com/office/drawing/2014/main" id="{5D498EFD-171C-4767-8925-4536D89A4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5000625"/>
            <a:ext cx="4429125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8485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F1 ve F2 tutulur; F3 ve F4</a:t>
            </a:r>
          </a:p>
          <a:p xmlns:a="http://schemas.openxmlformats.org/drawingml/2006/main">
            <a:pPr algn="l">
              <a:defRPr sz="165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yorumlanmaz.</a:t>
            </a:r>
          </a:p>
        </p:txBody>
      </p:sp>
      <p:sp>
        <p:nvSpPr>
          <p:cNvPr id="59" name="text-662-588">
            <a:extLst xmlns:a="http://schemas.openxmlformats.org/drawingml/2006/main">
              <a:ext uri="{FF2B5EF4-FFF2-40B4-BE49-F238E27FC236}">
                <a16:creationId xmlns:a16="http://schemas.microsoft.com/office/drawing/2014/main" id="{6D37B31C-D3C8-4C31-9365-3E0B88A0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5600700"/>
            <a:ext cx="5143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Wilks testleri ardışık kalan fonksiyonları sınar.</a:t>
            </a:r>
          </a:p>
        </p:txBody>
      </p:sp>
    </p:spTree>
    <p:extLst>
      <p:ext uri="{BB962C8B-B14F-4D97-AF65-F5344CB8AC3E}">
        <p14:creationId xmlns:p14="http://schemas.microsoft.com/office/powerpoint/2010/main" val="21296667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eyebrow-12">
            <a:extLst xmlns:a="http://schemas.openxmlformats.org/drawingml/2006/main">
              <a:ext uri="{FF2B5EF4-FFF2-40B4-BE49-F238E27FC236}">
                <a16:creationId xmlns:a16="http://schemas.microsoft.com/office/drawing/2014/main" id="{017D7A4F-A24A-4D20-A367-03112C49C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KANONİK KORELASYON ANALİZİ</a:t>
            </a:r>
          </a:p>
        </p:txBody>
      </p:sp>
      <p:sp>
        <p:nvSpPr>
          <p:cNvPr id="2" name="title-12">
            <a:extLst xmlns:a="http://schemas.openxmlformats.org/drawingml/2006/main">
              <a:ext uri="{FF2B5EF4-FFF2-40B4-BE49-F238E27FC236}">
                <a16:creationId xmlns:a16="http://schemas.microsoft.com/office/drawing/2014/main" id="{696042B2-1606-4C10-AAD9-13FC3E82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8411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Birinci fonksiyon orta düzeyde ve istatistiksel olarak güçlü</a:t>
            </a:r>
          </a:p>
        </p:txBody>
      </p:sp>
      <p:cxnSp>
        <p:nvCxnSpPr>
          <p:cNvPr id="53" name="footer-rule-12"/>
          <p:cNvCxnSpPr/>
          <p:nvPr/>
        </p:nvCxnSpPr>
        <p:spPr>
          <a:xfrm xmlns:a="http://schemas.openxmlformats.org/drawingml/2006/main" flipV="0">
            <a:off x="457200" y="64008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4" name="slide-num-12">
            <a:extLst xmlns:a="http://schemas.openxmlformats.org/drawingml/2006/main">
              <a:ext uri="{FF2B5EF4-FFF2-40B4-BE49-F238E27FC236}">
                <a16:creationId xmlns:a16="http://schemas.microsoft.com/office/drawing/2014/main" id="{3AF10711-ABC9-475B-9D3E-13663F3CF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cxnSp>
        <p:nvCxnSpPr>
          <p:cNvPr id="55" name="line-320-197-455-345"/>
          <p:cNvCxnSpPr/>
          <p:nvPr/>
        </p:nvCxnSpPr>
        <p:spPr>
          <a:xfrm xmlns:a="http://schemas.openxmlformats.org/drawingml/2006/main" flipV="0">
            <a:off x="3048000" y="1876425"/>
            <a:ext cx="1285875" cy="1409700"/>
          </a:xfrm>
          <a:prstGeom xmlns:a="http://schemas.openxmlformats.org/drawingml/2006/main" prst="straightConnector1">
            <a:avLst/>
          </a:prstGeom>
          <a:ln xmlns:a="http://schemas.openxmlformats.org/drawingml/2006/main" w="46825">
            <a:solidFill>
              <a:srgbClr val="C13F50"/>
            </a:solidFill>
            <a:prstDash val="solid"/>
          </a:ln>
        </p:spPr>
      </p:cxnSp>
      <p:cxnSp>
        <p:nvCxnSpPr>
          <p:cNvPr id="56" name="line-320-289-455-345"/>
          <p:cNvCxnSpPr/>
          <p:nvPr/>
        </p:nvCxnSpPr>
        <p:spPr>
          <a:xfrm xmlns:a="http://schemas.openxmlformats.org/drawingml/2006/main" flipV="0">
            <a:off x="3048000" y="2752725"/>
            <a:ext cx="1285875" cy="533400"/>
          </a:xfrm>
          <a:prstGeom xmlns:a="http://schemas.openxmlformats.org/drawingml/2006/main" prst="straightConnector1">
            <a:avLst/>
          </a:prstGeom>
          <a:ln xmlns:a="http://schemas.openxmlformats.org/drawingml/2006/main" w="20803">
            <a:solidFill>
              <a:srgbClr val="C13F50"/>
            </a:solidFill>
            <a:prstDash val="solid"/>
          </a:ln>
        </p:spPr>
      </p:cxnSp>
      <p:cxnSp>
        <p:nvCxnSpPr>
          <p:cNvPr id="57" name="line-320-381-455-345"/>
          <p:cNvCxnSpPr/>
          <p:nvPr/>
        </p:nvCxnSpPr>
        <p:spPr>
          <a:xfrm xmlns:a="http://schemas.openxmlformats.org/drawingml/2006/main" flipV="1">
            <a:off x="3048000" y="3286125"/>
            <a:ext cx="1285875" cy="342900"/>
          </a:xfrm>
          <a:prstGeom xmlns:a="http://schemas.openxmlformats.org/drawingml/2006/main" prst="straightConnector1">
            <a:avLst/>
          </a:prstGeom>
          <a:ln xmlns:a="http://schemas.openxmlformats.org/drawingml/2006/main" w="40462">
            <a:solidFill>
              <a:srgbClr val="1D5FDB"/>
            </a:solidFill>
            <a:prstDash val="solid"/>
          </a:ln>
        </p:spPr>
      </p:cxnSp>
      <p:cxnSp>
        <p:nvCxnSpPr>
          <p:cNvPr id="58" name="line-320-473-455-345"/>
          <p:cNvCxnSpPr/>
          <p:nvPr/>
        </p:nvCxnSpPr>
        <p:spPr>
          <a:xfrm xmlns:a="http://schemas.openxmlformats.org/drawingml/2006/main" flipV="1">
            <a:off x="3048000" y="3286125"/>
            <a:ext cx="1285875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43129">
            <a:solidFill>
              <a:srgbClr val="1D5FDB"/>
            </a:solidFill>
            <a:prstDash val="solid"/>
          </a:ln>
        </p:spPr>
      </p:cxnSp>
      <p:cxnSp>
        <p:nvCxnSpPr>
          <p:cNvPr id="59" name="line-825-345-960-171"/>
          <p:cNvCxnSpPr/>
          <p:nvPr/>
        </p:nvCxnSpPr>
        <p:spPr>
          <a:xfrm xmlns:a="http://schemas.openxmlformats.org/drawingml/2006/main" flipV="1">
            <a:off x="7858125" y="1628775"/>
            <a:ext cx="1285875" cy="1657350"/>
          </a:xfrm>
          <a:prstGeom xmlns:a="http://schemas.openxmlformats.org/drawingml/2006/main" prst="straightConnector1">
            <a:avLst/>
          </a:prstGeom>
          <a:ln xmlns:a="http://schemas.openxmlformats.org/drawingml/2006/main" w="33452">
            <a:solidFill>
              <a:srgbClr val="C13F50"/>
            </a:solidFill>
            <a:prstDash val="solid"/>
          </a:ln>
        </p:spPr>
      </p:cxnSp>
      <p:cxnSp>
        <p:nvCxnSpPr>
          <p:cNvPr id="60" name="line-825-345-960-249"/>
          <p:cNvCxnSpPr/>
          <p:nvPr/>
        </p:nvCxnSpPr>
        <p:spPr>
          <a:xfrm xmlns:a="http://schemas.openxmlformats.org/drawingml/2006/main" flipV="1">
            <a:off x="7858125" y="2371725"/>
            <a:ext cx="1285875" cy="914400"/>
          </a:xfrm>
          <a:prstGeom xmlns:a="http://schemas.openxmlformats.org/drawingml/2006/main" prst="straightConnector1">
            <a:avLst/>
          </a:prstGeom>
          <a:ln xmlns:a="http://schemas.openxmlformats.org/drawingml/2006/main" w="40729">
            <a:solidFill>
              <a:srgbClr val="C13F50"/>
            </a:solidFill>
            <a:prstDash val="solid"/>
          </a:ln>
        </p:spPr>
      </p:cxnSp>
      <p:cxnSp>
        <p:nvCxnSpPr>
          <p:cNvPr id="61" name="line-825-345-960-327"/>
          <p:cNvCxnSpPr/>
          <p:nvPr/>
        </p:nvCxnSpPr>
        <p:spPr>
          <a:xfrm xmlns:a="http://schemas.openxmlformats.org/drawingml/2006/main" flipV="1">
            <a:off x="7858125" y="3114675"/>
            <a:ext cx="1285875" cy="171450"/>
          </a:xfrm>
          <a:prstGeom xmlns:a="http://schemas.openxmlformats.org/drawingml/2006/main" prst="straightConnector1">
            <a:avLst/>
          </a:prstGeom>
          <a:ln xmlns:a="http://schemas.openxmlformats.org/drawingml/2006/main" w="42596">
            <a:solidFill>
              <a:srgbClr val="C13F50"/>
            </a:solidFill>
            <a:prstDash val="solid"/>
          </a:ln>
        </p:spPr>
      </p:cxnSp>
      <p:cxnSp>
        <p:nvCxnSpPr>
          <p:cNvPr id="62" name="line-825-345-960-405"/>
          <p:cNvCxnSpPr/>
          <p:nvPr/>
        </p:nvCxnSpPr>
        <p:spPr>
          <a:xfrm xmlns:a="http://schemas.openxmlformats.org/drawingml/2006/main" flipV="0">
            <a:off x="7858125" y="3286125"/>
            <a:ext cx="1285875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7031">
            <a:solidFill>
              <a:srgbClr val="C13F50"/>
            </a:solidFill>
            <a:prstDash val="solid"/>
          </a:ln>
        </p:spPr>
      </p:cxnSp>
      <p:cxnSp>
        <p:nvCxnSpPr>
          <p:cNvPr id="63" name="line-825-345-960-483"/>
          <p:cNvCxnSpPr/>
          <p:nvPr/>
        </p:nvCxnSpPr>
        <p:spPr>
          <a:xfrm xmlns:a="http://schemas.openxmlformats.org/drawingml/2006/main" flipV="0">
            <a:off x="7858125" y="3286125"/>
            <a:ext cx="1285875" cy="1314450"/>
          </a:xfrm>
          <a:prstGeom xmlns:a="http://schemas.openxmlformats.org/drawingml/2006/main" prst="straightConnector1">
            <a:avLst/>
          </a:prstGeom>
          <a:ln xmlns:a="http://schemas.openxmlformats.org/drawingml/2006/main" w="34900">
            <a:solidFill>
              <a:srgbClr val="F2674A"/>
            </a:solidFill>
            <a:prstDash val="solid"/>
          </a:ln>
        </p:spPr>
      </p:cxnSp>
      <p:cxnSp>
        <p:nvCxnSpPr>
          <p:cNvPr id="64" name="line-545-345-735-345"/>
          <p:cNvCxnSpPr/>
          <p:nvPr/>
        </p:nvCxnSpPr>
        <p:spPr>
          <a:xfrm xmlns:a="http://schemas.openxmlformats.org/drawingml/2006/main" flipV="0">
            <a:off x="5191125" y="32861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11141A"/>
            </a:solidFill>
            <a:prstDash val="solid"/>
          </a:ln>
        </p:spPr>
      </p:cxnSp>
      <p:sp>
        <p:nvSpPr>
          <p:cNvPr id="15" name="rect-55-170">
            <a:extLst xmlns:a="http://schemas.openxmlformats.org/drawingml/2006/main">
              <a:ext uri="{FF2B5EF4-FFF2-40B4-BE49-F238E27FC236}">
                <a16:creationId xmlns:a16="http://schemas.microsoft.com/office/drawing/2014/main" id="{8DE67EA1-5351-48C3-8C6C-F4C158E0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2524125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1D5FDB"/>
            </a:solidFill>
            <a:prstDash val="solid"/>
          </a:ln>
        </p:spPr>
      </p:sp>
      <p:sp>
        <p:nvSpPr>
          <p:cNvPr id="16" name="text-68-182">
            <a:extLst xmlns:a="http://schemas.openxmlformats.org/drawingml/2006/main">
              <a:ext uri="{FF2B5EF4-FFF2-40B4-BE49-F238E27FC236}">
                <a16:creationId xmlns:a16="http://schemas.microsoft.com/office/drawing/2014/main" id="{B57AECC0-C7D0-4BD5-83F9-479A35FC1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M1 İçsel</a:t>
            </a:r>
          </a:p>
        </p:txBody>
      </p:sp>
      <p:sp>
        <p:nvSpPr>
          <p:cNvPr id="17" name="text-238-182">
            <a:extLst xmlns:a="http://schemas.openxmlformats.org/drawingml/2006/main">
              <a:ext uri="{FF2B5EF4-FFF2-40B4-BE49-F238E27FC236}">
                <a16:creationId xmlns:a16="http://schemas.microsoft.com/office/drawing/2014/main" id="{9B1AD827-166F-4102-9442-4B6FCF3A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335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C13F5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13F50"/>
                </a:solidFill>
                <a:latin typeface="Arial"/>
                <a:ea typeface="Arial"/>
                <a:cs typeface="Arial"/>
              </a:rPr>
              <a:t>-0.854</a:t>
            </a:r>
          </a:p>
        </p:txBody>
      </p:sp>
      <p:sp>
        <p:nvSpPr>
          <p:cNvPr id="18" name="rect-55-262">
            <a:extLst xmlns:a="http://schemas.openxmlformats.org/drawingml/2006/main">
              <a:ext uri="{FF2B5EF4-FFF2-40B4-BE49-F238E27FC236}">
                <a16:creationId xmlns:a16="http://schemas.microsoft.com/office/drawing/2014/main" id="{E25514FA-54A0-44D9-9AC4-4636FDF7E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95550"/>
            <a:ext cx="2524125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1D5FDB"/>
            </a:solidFill>
            <a:prstDash val="solid"/>
          </a:ln>
        </p:spPr>
      </p:sp>
      <p:sp>
        <p:nvSpPr>
          <p:cNvPr id="19" name="text-68-274">
            <a:extLst xmlns:a="http://schemas.openxmlformats.org/drawingml/2006/main">
              <a:ext uri="{FF2B5EF4-FFF2-40B4-BE49-F238E27FC236}">
                <a16:creationId xmlns:a16="http://schemas.microsoft.com/office/drawing/2014/main" id="{56296739-118A-4422-90A9-87E195625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M2 İçe atım</a:t>
            </a:r>
          </a:p>
        </p:txBody>
      </p:sp>
      <p:sp>
        <p:nvSpPr>
          <p:cNvPr id="20" name="text-238-274">
            <a:extLst xmlns:a="http://schemas.openxmlformats.org/drawingml/2006/main">
              <a:ext uri="{FF2B5EF4-FFF2-40B4-BE49-F238E27FC236}">
                <a16:creationId xmlns:a16="http://schemas.microsoft.com/office/drawing/2014/main" id="{21206F38-B489-4BE9-9A99-A6FE9B01D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098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C13F5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13F50"/>
                </a:solidFill>
                <a:latin typeface="Arial"/>
                <a:ea typeface="Arial"/>
                <a:cs typeface="Arial"/>
              </a:rPr>
              <a:t>-0.171</a:t>
            </a:r>
          </a:p>
        </p:txBody>
      </p:sp>
      <p:sp>
        <p:nvSpPr>
          <p:cNvPr id="21" name="rect-55-354">
            <a:extLst xmlns:a="http://schemas.openxmlformats.org/drawingml/2006/main">
              <a:ext uri="{FF2B5EF4-FFF2-40B4-BE49-F238E27FC236}">
                <a16:creationId xmlns:a16="http://schemas.microsoft.com/office/drawing/2014/main" id="{901A8555-593F-4CF3-9543-682850C36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71850"/>
            <a:ext cx="2524125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1D5FDB"/>
            </a:solidFill>
            <a:prstDash val="solid"/>
          </a:ln>
        </p:spPr>
      </p:sp>
      <p:sp>
        <p:nvSpPr>
          <p:cNvPr id="22" name="text-68-366">
            <a:extLst xmlns:a="http://schemas.openxmlformats.org/drawingml/2006/main">
              <a:ext uri="{FF2B5EF4-FFF2-40B4-BE49-F238E27FC236}">
                <a16:creationId xmlns:a16="http://schemas.microsoft.com/office/drawing/2014/main" id="{1E0EBC22-F1F0-4317-B3A9-7C4E1994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M3 Dışsal</a:t>
            </a:r>
          </a:p>
        </p:txBody>
      </p:sp>
      <p:sp>
        <p:nvSpPr>
          <p:cNvPr id="23" name="text-238-366">
            <a:extLst xmlns:a="http://schemas.openxmlformats.org/drawingml/2006/main">
              <a:ext uri="{FF2B5EF4-FFF2-40B4-BE49-F238E27FC236}">
                <a16:creationId xmlns:a16="http://schemas.microsoft.com/office/drawing/2014/main" id="{E32C8B22-A917-46B5-9377-E53743840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86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0.687</a:t>
            </a:r>
          </a:p>
        </p:txBody>
      </p:sp>
      <p:sp>
        <p:nvSpPr>
          <p:cNvPr id="24" name="rect-55-446">
            <a:extLst xmlns:a="http://schemas.openxmlformats.org/drawingml/2006/main">
              <a:ext uri="{FF2B5EF4-FFF2-40B4-BE49-F238E27FC236}">
                <a16:creationId xmlns:a16="http://schemas.microsoft.com/office/drawing/2014/main" id="{19E713F6-3832-47B9-BDD6-1B4D894C1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48150"/>
            <a:ext cx="2524125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1D5FDB"/>
            </a:solidFill>
            <a:prstDash val="solid"/>
          </a:ln>
        </p:spPr>
      </p:sp>
      <p:sp>
        <p:nvSpPr>
          <p:cNvPr id="25" name="text-68-458">
            <a:extLst xmlns:a="http://schemas.openxmlformats.org/drawingml/2006/main">
              <a:ext uri="{FF2B5EF4-FFF2-40B4-BE49-F238E27FC236}">
                <a16:creationId xmlns:a16="http://schemas.microsoft.com/office/drawing/2014/main" id="{5F2A586D-F0F4-4ED3-8012-2C79C3E41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M4 Güdüsüz</a:t>
            </a:r>
          </a:p>
        </p:txBody>
      </p:sp>
      <p:sp>
        <p:nvSpPr>
          <p:cNvPr id="26" name="text-238-458">
            <a:extLst xmlns:a="http://schemas.openxmlformats.org/drawingml/2006/main">
              <a:ext uri="{FF2B5EF4-FFF2-40B4-BE49-F238E27FC236}">
                <a16:creationId xmlns:a16="http://schemas.microsoft.com/office/drawing/2014/main" id="{FA0BC816-C9C8-40DD-9905-06E06A20D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624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0.757</a:t>
            </a:r>
          </a:p>
        </p:txBody>
      </p:sp>
      <p:sp>
        <p:nvSpPr>
          <p:cNvPr id="27" name="rect-960-145">
            <a:extLst xmlns:a="http://schemas.openxmlformats.org/drawingml/2006/main">
              <a:ext uri="{FF2B5EF4-FFF2-40B4-BE49-F238E27FC236}">
                <a16:creationId xmlns:a16="http://schemas.microsoft.com/office/drawing/2014/main" id="{605B2868-2E9D-41D2-8961-19B209A37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381125"/>
            <a:ext cx="2524125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F2674A"/>
            </a:solidFill>
            <a:prstDash val="solid"/>
          </a:ln>
        </p:spPr>
      </p:sp>
      <p:sp>
        <p:nvSpPr>
          <p:cNvPr id="28" name="text-972-156">
            <a:extLst xmlns:a="http://schemas.openxmlformats.org/drawingml/2006/main">
              <a:ext uri="{FF2B5EF4-FFF2-40B4-BE49-F238E27FC236}">
                <a16:creationId xmlns:a16="http://schemas.microsoft.com/office/drawing/2014/main" id="{2A9BC989-9F86-4AB7-9A1A-92031D935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4859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P1 Dışadön</a:t>
            </a:r>
          </a:p>
        </p:txBody>
      </p:sp>
      <p:sp>
        <p:nvSpPr>
          <p:cNvPr id="29" name="text-1145-156">
            <a:extLst xmlns:a="http://schemas.openxmlformats.org/drawingml/2006/main">
              <a:ext uri="{FF2B5EF4-FFF2-40B4-BE49-F238E27FC236}">
                <a16:creationId xmlns:a16="http://schemas.microsoft.com/office/drawing/2014/main" id="{10F3BF32-D92C-4979-BA38-DC55302E6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1485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C13F5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13F50"/>
                </a:solidFill>
                <a:latin typeface="Arial"/>
                <a:ea typeface="Arial"/>
                <a:cs typeface="Arial"/>
              </a:rPr>
              <a:t>-0.503</a:t>
            </a:r>
          </a:p>
        </p:txBody>
      </p:sp>
      <p:sp>
        <p:nvSpPr>
          <p:cNvPr id="30" name="rect-960-223">
            <a:extLst xmlns:a="http://schemas.openxmlformats.org/drawingml/2006/main">
              <a:ext uri="{FF2B5EF4-FFF2-40B4-BE49-F238E27FC236}">
                <a16:creationId xmlns:a16="http://schemas.microsoft.com/office/drawing/2014/main" id="{570E5566-9253-4097-BC43-F1790B50A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24075"/>
            <a:ext cx="2524125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F2674A"/>
            </a:solidFill>
            <a:prstDash val="solid"/>
          </a:ln>
        </p:spPr>
      </p:sp>
      <p:sp>
        <p:nvSpPr>
          <p:cNvPr id="31" name="text-972-234">
            <a:extLst xmlns:a="http://schemas.openxmlformats.org/drawingml/2006/main">
              <a:ext uri="{FF2B5EF4-FFF2-40B4-BE49-F238E27FC236}">
                <a16:creationId xmlns:a16="http://schemas.microsoft.com/office/drawing/2014/main" id="{B9671274-9DA3-45C4-833E-F6CCC5E78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288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P2 Deneyim</a:t>
            </a:r>
          </a:p>
        </p:txBody>
      </p:sp>
      <p:sp>
        <p:nvSpPr>
          <p:cNvPr id="32" name="text-1145-234">
            <a:extLst xmlns:a="http://schemas.openxmlformats.org/drawingml/2006/main">
              <a:ext uri="{FF2B5EF4-FFF2-40B4-BE49-F238E27FC236}">
                <a16:creationId xmlns:a16="http://schemas.microsoft.com/office/drawing/2014/main" id="{DBD9EC95-E3B9-4EFA-A29E-556896FE0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2288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C13F5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13F50"/>
                </a:solidFill>
                <a:latin typeface="Arial"/>
                <a:ea typeface="Arial"/>
                <a:cs typeface="Arial"/>
              </a:rPr>
              <a:t>-0.694</a:t>
            </a:r>
          </a:p>
        </p:txBody>
      </p:sp>
      <p:sp>
        <p:nvSpPr>
          <p:cNvPr id="33" name="rect-960-301">
            <a:extLst xmlns:a="http://schemas.openxmlformats.org/drawingml/2006/main">
              <a:ext uri="{FF2B5EF4-FFF2-40B4-BE49-F238E27FC236}">
                <a16:creationId xmlns:a16="http://schemas.microsoft.com/office/drawing/2014/main" id="{CC37F8BC-8218-439C-8E97-38C2992D8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67025"/>
            <a:ext cx="2524125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F2674A"/>
            </a:solidFill>
            <a:prstDash val="solid"/>
          </a:ln>
        </p:spPr>
      </p:sp>
      <p:sp>
        <p:nvSpPr>
          <p:cNvPr id="34" name="text-972-312">
            <a:extLst xmlns:a="http://schemas.openxmlformats.org/drawingml/2006/main">
              <a:ext uri="{FF2B5EF4-FFF2-40B4-BE49-F238E27FC236}">
                <a16:creationId xmlns:a16="http://schemas.microsoft.com/office/drawing/2014/main" id="{7691757C-59D4-4492-A2A4-E278E2F3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718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P3 Özdenet</a:t>
            </a:r>
          </a:p>
        </p:txBody>
      </p:sp>
      <p:sp>
        <p:nvSpPr>
          <p:cNvPr id="35" name="text-1145-312">
            <a:extLst xmlns:a="http://schemas.openxmlformats.org/drawingml/2006/main">
              <a:ext uri="{FF2B5EF4-FFF2-40B4-BE49-F238E27FC236}">
                <a16:creationId xmlns:a16="http://schemas.microsoft.com/office/drawing/2014/main" id="{AE240F9D-EF10-4385-8FBA-0E264E9E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9718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C13F5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13F50"/>
                </a:solidFill>
                <a:latin typeface="Arial"/>
                <a:ea typeface="Arial"/>
                <a:cs typeface="Arial"/>
              </a:rPr>
              <a:t>-0.743</a:t>
            </a:r>
          </a:p>
        </p:txBody>
      </p:sp>
      <p:sp>
        <p:nvSpPr>
          <p:cNvPr id="36" name="rect-960-379">
            <a:extLst xmlns:a="http://schemas.openxmlformats.org/drawingml/2006/main">
              <a:ext uri="{FF2B5EF4-FFF2-40B4-BE49-F238E27FC236}">
                <a16:creationId xmlns:a16="http://schemas.microsoft.com/office/drawing/2014/main" id="{4BA794EB-FB8B-4D49-A539-38C9ABEF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09975"/>
            <a:ext cx="2524125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F2674A"/>
            </a:solidFill>
            <a:prstDash val="solid"/>
          </a:ln>
        </p:spPr>
      </p:sp>
      <p:sp>
        <p:nvSpPr>
          <p:cNvPr id="37" name="text-972-390">
            <a:extLst xmlns:a="http://schemas.openxmlformats.org/drawingml/2006/main">
              <a:ext uri="{FF2B5EF4-FFF2-40B4-BE49-F238E27FC236}">
                <a16:creationId xmlns:a16="http://schemas.microsoft.com/office/drawing/2014/main" id="{CADAAD2E-EF74-4CEB-B103-CA8A3A856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147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P4 Yumuşak</a:t>
            </a:r>
          </a:p>
        </p:txBody>
      </p:sp>
      <p:sp>
        <p:nvSpPr>
          <p:cNvPr id="38" name="text-1145-390">
            <a:extLst xmlns:a="http://schemas.openxmlformats.org/drawingml/2006/main">
              <a:ext uri="{FF2B5EF4-FFF2-40B4-BE49-F238E27FC236}">
                <a16:creationId xmlns:a16="http://schemas.microsoft.com/office/drawing/2014/main" id="{1791D35A-CF68-447E-A008-1B9CC77DE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7147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C13F5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13F50"/>
                </a:solidFill>
                <a:latin typeface="Arial"/>
                <a:ea typeface="Arial"/>
                <a:cs typeface="Arial"/>
              </a:rPr>
              <a:t>-0.072</a:t>
            </a:r>
          </a:p>
        </p:txBody>
      </p:sp>
      <p:sp>
        <p:nvSpPr>
          <p:cNvPr id="39" name="rect-960-457">
            <a:extLst xmlns:a="http://schemas.openxmlformats.org/drawingml/2006/main">
              <a:ext uri="{FF2B5EF4-FFF2-40B4-BE49-F238E27FC236}">
                <a16:creationId xmlns:a16="http://schemas.microsoft.com/office/drawing/2014/main" id="{801E8368-0A08-4D0B-BC36-A19707EFD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52925"/>
            <a:ext cx="2524125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F2674A"/>
            </a:solidFill>
            <a:prstDash val="solid"/>
          </a:ln>
        </p:spPr>
      </p:sp>
      <p:sp>
        <p:nvSpPr>
          <p:cNvPr id="40" name="text-972-468">
            <a:extLst xmlns:a="http://schemas.openxmlformats.org/drawingml/2006/main">
              <a:ext uri="{FF2B5EF4-FFF2-40B4-BE49-F238E27FC236}">
                <a16:creationId xmlns:a16="http://schemas.microsoft.com/office/drawing/2014/main" id="{AFB3BE56-89DC-4565-8A07-364A7A9F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577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P5 Nörotik</a:t>
            </a:r>
          </a:p>
        </p:txBody>
      </p:sp>
      <p:sp>
        <p:nvSpPr>
          <p:cNvPr id="41" name="text-1145-468">
            <a:extLst xmlns:a="http://schemas.openxmlformats.org/drawingml/2006/main">
              <a:ext uri="{FF2B5EF4-FFF2-40B4-BE49-F238E27FC236}">
                <a16:creationId xmlns:a16="http://schemas.microsoft.com/office/drawing/2014/main" id="{E9A26489-A788-42D6-83BE-11CF57C06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457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0.541</a:t>
            </a:r>
          </a:p>
        </p:txBody>
      </p:sp>
      <p:sp>
        <p:nvSpPr>
          <p:cNvPr id="42" name="rect-455-300">
            <a:extLst xmlns:a="http://schemas.openxmlformats.org/drawingml/2006/main">
              <a:ext uri="{FF2B5EF4-FFF2-40B4-BE49-F238E27FC236}">
                <a16:creationId xmlns:a16="http://schemas.microsoft.com/office/drawing/2014/main" id="{F51956DA-0333-4B52-B837-4164839CC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575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rect-735-300">
            <a:extLst xmlns:a="http://schemas.openxmlformats.org/drawingml/2006/main">
              <a:ext uri="{FF2B5EF4-FFF2-40B4-BE49-F238E27FC236}">
                <a16:creationId xmlns:a16="http://schemas.microsoft.com/office/drawing/2014/main" id="{60A70801-3B3D-466C-A13C-B15824522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575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text-455-322">
            <a:extLst xmlns:a="http://schemas.openxmlformats.org/drawingml/2006/main">
              <a:ext uri="{FF2B5EF4-FFF2-40B4-BE49-F238E27FC236}">
                <a16:creationId xmlns:a16="http://schemas.microsoft.com/office/drawing/2014/main" id="{47724C6D-B1F9-4AB1-8217-CF826666E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670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U₁</a:t>
            </a:r>
          </a:p>
        </p:txBody>
      </p:sp>
      <p:sp>
        <p:nvSpPr>
          <p:cNvPr id="45" name="text-735-322">
            <a:extLst xmlns:a="http://schemas.openxmlformats.org/drawingml/2006/main">
              <a:ext uri="{FF2B5EF4-FFF2-40B4-BE49-F238E27FC236}">
                <a16:creationId xmlns:a16="http://schemas.microsoft.com/office/drawing/2014/main" id="{9D235FC6-003A-4C06-8B40-32103DD83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670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V₁</a:t>
            </a:r>
          </a:p>
        </p:txBody>
      </p:sp>
      <p:sp>
        <p:nvSpPr>
          <p:cNvPr id="46" name="text-565-270">
            <a:extLst xmlns:a="http://schemas.openxmlformats.org/drawingml/2006/main">
              <a:ext uri="{FF2B5EF4-FFF2-40B4-BE49-F238E27FC236}">
                <a16:creationId xmlns:a16="http://schemas.microsoft.com/office/drawing/2014/main" id="{1C6865FF-4D09-48FF-8B7E-1E6550667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717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Rᶜ = 0,468</a:t>
            </a:r>
          </a:p>
        </p:txBody>
      </p:sp>
      <p:sp>
        <p:nvSpPr>
          <p:cNvPr id="47" name="text-555-393">
            <a:extLst xmlns:a="http://schemas.openxmlformats.org/drawingml/2006/main">
              <a:ext uri="{FF2B5EF4-FFF2-40B4-BE49-F238E27FC236}">
                <a16:creationId xmlns:a16="http://schemas.microsoft.com/office/drawing/2014/main" id="{4E549E84-2E56-4ABA-AB00-5A0334C69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7433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Rᶜ² = %21,9</a:t>
            </a:r>
          </a:p>
        </p:txBody>
      </p:sp>
      <p:sp>
        <p:nvSpPr>
          <p:cNvPr id="48" name="text-365-520">
            <a:extLst xmlns:a="http://schemas.openxmlformats.org/drawingml/2006/main">
              <a:ext uri="{FF2B5EF4-FFF2-40B4-BE49-F238E27FC236}">
                <a16:creationId xmlns:a16="http://schemas.microsoft.com/office/drawing/2014/main" id="{FE4753E1-EE6E-4CFE-8DD7-AC1535B6D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953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Set içi varyans: %45,1</a:t>
            </a:r>
          </a:p>
        </p:txBody>
      </p:sp>
      <p:sp>
        <p:nvSpPr>
          <p:cNvPr id="49" name="text-665-520">
            <a:extLst xmlns:a="http://schemas.openxmlformats.org/drawingml/2006/main">
              <a:ext uri="{FF2B5EF4-FFF2-40B4-BE49-F238E27FC236}">
                <a16:creationId xmlns:a16="http://schemas.microsoft.com/office/drawing/2014/main" id="{320B0313-4E91-41E2-929F-444A3830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53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Set içi varyans: %31,7</a:t>
            </a:r>
          </a:p>
        </p:txBody>
      </p:sp>
      <p:sp>
        <p:nvSpPr>
          <p:cNvPr id="50" name="text-250-590">
            <a:extLst xmlns:a="http://schemas.openxmlformats.org/drawingml/2006/main">
              <a:ext uri="{FF2B5EF4-FFF2-40B4-BE49-F238E27FC236}">
                <a16:creationId xmlns:a16="http://schemas.microsoft.com/office/drawing/2014/main" id="{7794EC2C-D7D7-49B7-A35C-9AFBF115F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619750"/>
            <a:ext cx="7429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Çizgi kalınlığı |kanonik yük| büyüklüğünü gösterir. İşaretin tamamı aynı anda çevrilebilir; desen değişmez.</a:t>
            </a:r>
          </a:p>
        </p:txBody>
      </p:sp>
    </p:spTree>
    <p:extLst>
      <p:ext uri="{BB962C8B-B14F-4D97-AF65-F5344CB8AC3E}">
        <p14:creationId xmlns:p14="http://schemas.microsoft.com/office/powerpoint/2010/main" val="39356738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2" name="eyebrow-13">
            <a:extLst xmlns:a="http://schemas.openxmlformats.org/drawingml/2006/main">
              <a:ext uri="{FF2B5EF4-FFF2-40B4-BE49-F238E27FC236}">
                <a16:creationId xmlns:a16="http://schemas.microsoft.com/office/drawing/2014/main" id="{9AF4A063-3CE4-4266-98E4-FF0B03346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KANONİK KORELASYON ANALİZİ</a:t>
            </a:r>
          </a:p>
        </p:txBody>
      </p:sp>
      <p:sp>
        <p:nvSpPr>
          <p:cNvPr id="2" name="title-13">
            <a:extLst xmlns:a="http://schemas.openxmlformats.org/drawingml/2006/main">
              <a:ext uri="{FF2B5EF4-FFF2-40B4-BE49-F238E27FC236}">
                <a16:creationId xmlns:a16="http://schemas.microsoft.com/office/drawing/2014/main" id="{3CAF0C07-6610-4EE4-A5BF-31710DF3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773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Birinci fonksiyon iki karşıt değişken örüntüsünü yan yana getiriyor</a:t>
            </a:r>
          </a:p>
        </p:txBody>
      </p:sp>
      <p:cxnSp>
        <p:nvCxnSpPr>
          <p:cNvPr id="54" name="footer-rule-13"/>
          <p:cNvCxnSpPr/>
          <p:nvPr/>
        </p:nvCxnSpPr>
        <p:spPr>
          <a:xfrm xmlns:a="http://schemas.openxmlformats.org/drawingml/2006/main" flipV="0">
            <a:off x="457200" y="64008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4" name="slide-num-13">
            <a:extLst xmlns:a="http://schemas.openxmlformats.org/drawingml/2006/main">
              <a:ext uri="{FF2B5EF4-FFF2-40B4-BE49-F238E27FC236}">
                <a16:creationId xmlns:a16="http://schemas.microsoft.com/office/drawing/2014/main" id="{6F795501-F50E-42CC-8C85-32B47B81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5" name="text-60-145">
            <a:extLst xmlns:a="http://schemas.openxmlformats.org/drawingml/2006/main">
              <a:ext uri="{FF2B5EF4-FFF2-40B4-BE49-F238E27FC236}">
                <a16:creationId xmlns:a16="http://schemas.microsoft.com/office/drawing/2014/main" id="{6B14A4D4-B462-470B-A0E0-6795EF2C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MOTİVASYON YÜKLERİ</a:t>
            </a:r>
          </a:p>
        </p:txBody>
      </p:sp>
      <p:sp>
        <p:nvSpPr>
          <p:cNvPr id="6" name="text-670-145">
            <a:extLst xmlns:a="http://schemas.openxmlformats.org/drawingml/2006/main">
              <a:ext uri="{FF2B5EF4-FFF2-40B4-BE49-F238E27FC236}">
                <a16:creationId xmlns:a16="http://schemas.microsoft.com/office/drawing/2014/main" id="{F2FB7925-A8E8-4F46-B093-3CB053E56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381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KİŞİLİK YÜKLERİ</a:t>
            </a:r>
          </a:p>
        </p:txBody>
      </p:sp>
      <p:cxnSp>
        <p:nvCxnSpPr>
          <p:cNvPr id="58" name="line-173-268-582-268"/>
          <p:cNvCxnSpPr/>
          <p:nvPr/>
        </p:nvCxnSpPr>
        <p:spPr>
          <a:xfrm xmlns:a="http://schemas.openxmlformats.org/drawingml/2006/main" flipV="0">
            <a:off x="1647825" y="2547938"/>
            <a:ext cx="38957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CEEF1"/>
            </a:solidFill>
            <a:prstDash val="solid"/>
          </a:ln>
        </p:spPr>
      </p:cxnSp>
      <p:sp>
        <p:nvSpPr>
          <p:cNvPr id="8" name="text-55-180">
            <a:extLst xmlns:a="http://schemas.openxmlformats.org/drawingml/2006/main">
              <a:ext uri="{FF2B5EF4-FFF2-40B4-BE49-F238E27FC236}">
                <a16:creationId xmlns:a16="http://schemas.microsoft.com/office/drawing/2014/main" id="{05D649B8-812C-4D19-9470-5C813EEBA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990600" cy="833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İçsel</a:t>
            </a:r>
          </a:p>
        </p:txBody>
      </p:sp>
      <p:sp>
        <p:nvSpPr>
          <p:cNvPr id="9" name="rect-203-207">
            <a:extLst xmlns:a="http://schemas.openxmlformats.org/drawingml/2006/main">
              <a:ext uri="{FF2B5EF4-FFF2-40B4-BE49-F238E27FC236}">
                <a16:creationId xmlns:a16="http://schemas.microsoft.com/office/drawing/2014/main" id="{C78097EF-92CA-4900-A9D9-C9D9B4EB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2213" y="1969294"/>
            <a:ext cx="1663475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C13F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text-210-212">
            <a:extLst xmlns:a="http://schemas.openxmlformats.org/drawingml/2006/main">
              <a:ext uri="{FF2B5EF4-FFF2-40B4-BE49-F238E27FC236}">
                <a16:creationId xmlns:a16="http://schemas.microsoft.com/office/drawing/2014/main" id="{9D1ACEB6-3A6C-444B-B033-C3E75553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8888" y="2016919"/>
            <a:ext cx="153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-0,854</a:t>
            </a:r>
          </a:p>
        </p:txBody>
      </p:sp>
      <p:cxnSp>
        <p:nvCxnSpPr>
          <p:cNvPr id="62" name="line-173-355-582-355"/>
          <p:cNvCxnSpPr/>
          <p:nvPr/>
        </p:nvCxnSpPr>
        <p:spPr>
          <a:xfrm xmlns:a="http://schemas.openxmlformats.org/drawingml/2006/main" flipV="0">
            <a:off x="1647825" y="3381375"/>
            <a:ext cx="38957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CEEF1"/>
            </a:solidFill>
            <a:prstDash val="solid"/>
          </a:ln>
        </p:spPr>
      </p:cxnSp>
      <p:sp>
        <p:nvSpPr>
          <p:cNvPr id="12" name="text-55-268">
            <a:extLst xmlns:a="http://schemas.openxmlformats.org/drawingml/2006/main">
              <a:ext uri="{FF2B5EF4-FFF2-40B4-BE49-F238E27FC236}">
                <a16:creationId xmlns:a16="http://schemas.microsoft.com/office/drawing/2014/main" id="{B863A8CE-431F-4C83-A694-40891037B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547938"/>
            <a:ext cx="990600" cy="833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İçe atım</a:t>
            </a:r>
          </a:p>
        </p:txBody>
      </p:sp>
      <p:sp>
        <p:nvSpPr>
          <p:cNvPr id="13" name="rect-343-294">
            <a:extLst xmlns:a="http://schemas.openxmlformats.org/drawingml/2006/main">
              <a:ext uri="{FF2B5EF4-FFF2-40B4-BE49-F238E27FC236}">
                <a16:creationId xmlns:a16="http://schemas.microsoft.com/office/drawing/2014/main" id="{9171F8D4-FEC2-4BF9-8949-EC9B3D9C2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2603" y="2802731"/>
            <a:ext cx="333084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C13F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text-277-298">
            <a:extLst xmlns:a="http://schemas.openxmlformats.org/drawingml/2006/main">
              <a:ext uri="{FF2B5EF4-FFF2-40B4-BE49-F238E27FC236}">
                <a16:creationId xmlns:a16="http://schemas.microsoft.com/office/drawing/2014/main" id="{BDA582DF-0D28-4317-B6B6-F68F2D751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3953" y="2840831"/>
            <a:ext cx="5524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-0,171</a:t>
            </a:r>
          </a:p>
        </p:txBody>
      </p:sp>
      <p:cxnSp>
        <p:nvCxnSpPr>
          <p:cNvPr id="66" name="line-173-443-582-443"/>
          <p:cNvCxnSpPr/>
          <p:nvPr/>
        </p:nvCxnSpPr>
        <p:spPr>
          <a:xfrm xmlns:a="http://schemas.openxmlformats.org/drawingml/2006/main" flipV="0">
            <a:off x="1647825" y="4214813"/>
            <a:ext cx="38957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CEEF1"/>
            </a:solidFill>
            <a:prstDash val="solid"/>
          </a:ln>
        </p:spPr>
      </p:cxnSp>
      <p:sp>
        <p:nvSpPr>
          <p:cNvPr id="16" name="text-55-355">
            <a:extLst xmlns:a="http://schemas.openxmlformats.org/drawingml/2006/main">
              <a:ext uri="{FF2B5EF4-FFF2-40B4-BE49-F238E27FC236}">
                <a16:creationId xmlns:a16="http://schemas.microsoft.com/office/drawing/2014/main" id="{F6AC5FFC-F509-4F1C-AFA4-6E8BA009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81375"/>
            <a:ext cx="990600" cy="833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Dışsal</a:t>
            </a:r>
          </a:p>
        </p:txBody>
      </p:sp>
      <p:sp>
        <p:nvSpPr>
          <p:cNvPr id="17" name="rect-378-382">
            <a:extLst xmlns:a="http://schemas.openxmlformats.org/drawingml/2006/main">
              <a:ext uri="{FF2B5EF4-FFF2-40B4-BE49-F238E27FC236}">
                <a16:creationId xmlns:a16="http://schemas.microsoft.com/office/drawing/2014/main" id="{A43DD3C0-0144-4327-BCEF-964E324FA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3636169"/>
            <a:ext cx="1338182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1D5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text-385-387">
            <a:extLst xmlns:a="http://schemas.openxmlformats.org/drawingml/2006/main">
              <a:ext uri="{FF2B5EF4-FFF2-40B4-BE49-F238E27FC236}">
                <a16:creationId xmlns:a16="http://schemas.microsoft.com/office/drawing/2014/main" id="{203A2BD0-0E30-42BE-9507-A403D11B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3683794"/>
            <a:ext cx="120483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0,687</a:t>
            </a:r>
          </a:p>
        </p:txBody>
      </p:sp>
      <p:cxnSp>
        <p:nvCxnSpPr>
          <p:cNvPr id="70" name="line-173-530-582-530"/>
          <p:cNvCxnSpPr/>
          <p:nvPr/>
        </p:nvCxnSpPr>
        <p:spPr>
          <a:xfrm xmlns:a="http://schemas.openxmlformats.org/drawingml/2006/main" flipV="0">
            <a:off x="1647825" y="5048250"/>
            <a:ext cx="38957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CEEF1"/>
            </a:solidFill>
            <a:prstDash val="solid"/>
          </a:ln>
        </p:spPr>
      </p:cxnSp>
      <p:sp>
        <p:nvSpPr>
          <p:cNvPr id="20" name="text-55-443">
            <a:extLst xmlns:a="http://schemas.openxmlformats.org/drawingml/2006/main">
              <a:ext uri="{FF2B5EF4-FFF2-40B4-BE49-F238E27FC236}">
                <a16:creationId xmlns:a16="http://schemas.microsoft.com/office/drawing/2014/main" id="{001A4FA4-B5E8-42B2-A417-D5146E814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14813"/>
            <a:ext cx="990600" cy="8334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Güdüsüz</a:t>
            </a:r>
          </a:p>
        </p:txBody>
      </p:sp>
      <p:sp>
        <p:nvSpPr>
          <p:cNvPr id="21" name="rect-378-469">
            <a:extLst xmlns:a="http://schemas.openxmlformats.org/drawingml/2006/main">
              <a:ext uri="{FF2B5EF4-FFF2-40B4-BE49-F238E27FC236}">
                <a16:creationId xmlns:a16="http://schemas.microsoft.com/office/drawing/2014/main" id="{25300A8F-AA3F-42C4-A6D0-8EDDC6A5B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5688" y="4469606"/>
            <a:ext cx="1474532" cy="32385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1D5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text-385-474">
            <a:extLst xmlns:a="http://schemas.openxmlformats.org/drawingml/2006/main">
              <a:ext uri="{FF2B5EF4-FFF2-40B4-BE49-F238E27FC236}">
                <a16:creationId xmlns:a16="http://schemas.microsoft.com/office/drawing/2014/main" id="{111C1E4F-A219-4C09-B408-3E66C4D0F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2363" y="4517231"/>
            <a:ext cx="1341182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0,757</a:t>
            </a:r>
          </a:p>
        </p:txBody>
      </p:sp>
      <p:cxnSp>
        <p:nvCxnSpPr>
          <p:cNvPr id="74" name="line-378-180-378-530"/>
          <p:cNvCxnSpPr/>
          <p:nvPr/>
        </p:nvCxnSpPr>
        <p:spPr>
          <a:xfrm xmlns:a="http://schemas.openxmlformats.org/drawingml/2006/main" flipV="0">
            <a:off x="3595688" y="1714500"/>
            <a:ext cx="0" cy="33337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1141A"/>
            </a:solidFill>
            <a:prstDash val="solid"/>
          </a:ln>
        </p:spPr>
      </p:cxnSp>
      <p:sp>
        <p:nvSpPr>
          <p:cNvPr id="24" name="text-165-538">
            <a:extLst xmlns:a="http://schemas.openxmlformats.org/drawingml/2006/main">
              <a:ext uri="{FF2B5EF4-FFF2-40B4-BE49-F238E27FC236}">
                <a16:creationId xmlns:a16="http://schemas.microsoft.com/office/drawing/2014/main" id="{C7F05576-44A2-4E2F-9636-8C7A01E9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1244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F96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F96A3"/>
                </a:solidFill>
                <a:latin typeface="Arial"/>
                <a:ea typeface="Arial"/>
                <a:cs typeface="Arial"/>
              </a:rPr>
              <a:t>−1</a:t>
            </a:r>
          </a:p>
        </p:txBody>
      </p:sp>
      <p:sp>
        <p:nvSpPr>
          <p:cNvPr id="25" name="text-363-538">
            <a:extLst xmlns:a="http://schemas.openxmlformats.org/drawingml/2006/main">
              <a:ext uri="{FF2B5EF4-FFF2-40B4-BE49-F238E27FC236}">
                <a16:creationId xmlns:a16="http://schemas.microsoft.com/office/drawing/2014/main" id="{EFC284D7-772A-4D39-92E2-4E9B3F859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52813" y="51244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8F96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F96A3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26" name="text-560-538">
            <a:extLst xmlns:a="http://schemas.openxmlformats.org/drawingml/2006/main">
              <a:ext uri="{FF2B5EF4-FFF2-40B4-BE49-F238E27FC236}">
                <a16:creationId xmlns:a16="http://schemas.microsoft.com/office/drawing/2014/main" id="{3850ADDC-DFC7-447B-A9B2-A23F668EE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51244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F96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F96A3"/>
                </a:solidFill>
                <a:latin typeface="Arial"/>
                <a:ea typeface="Arial"/>
                <a:cs typeface="Arial"/>
              </a:rPr>
              <a:t>+1</a:t>
            </a:r>
          </a:p>
        </p:txBody>
      </p:sp>
      <p:cxnSp>
        <p:nvCxnSpPr>
          <p:cNvPr id="78" name="line-783-250-1192-250"/>
          <p:cNvCxnSpPr/>
          <p:nvPr/>
        </p:nvCxnSpPr>
        <p:spPr>
          <a:xfrm xmlns:a="http://schemas.openxmlformats.org/drawingml/2006/main" flipV="0">
            <a:off x="7458075" y="2381250"/>
            <a:ext cx="38957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CEEF1"/>
            </a:solidFill>
            <a:prstDash val="solid"/>
          </a:ln>
        </p:spPr>
      </p:cxnSp>
      <p:sp>
        <p:nvSpPr>
          <p:cNvPr id="28" name="text-665-180">
            <a:extLst xmlns:a="http://schemas.openxmlformats.org/drawingml/2006/main">
              <a:ext uri="{FF2B5EF4-FFF2-40B4-BE49-F238E27FC236}">
                <a16:creationId xmlns:a16="http://schemas.microsoft.com/office/drawing/2014/main" id="{4C667DEB-436F-46CB-9796-F56F79035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171450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Dışadön</a:t>
            </a:r>
          </a:p>
        </p:txBody>
      </p:sp>
      <p:sp>
        <p:nvSpPr>
          <p:cNvPr id="29" name="rect-885-199">
            <a:extLst xmlns:a="http://schemas.openxmlformats.org/drawingml/2006/main">
              <a:ext uri="{FF2B5EF4-FFF2-40B4-BE49-F238E27FC236}">
                <a16:creationId xmlns:a16="http://schemas.microsoft.com/office/drawing/2014/main" id="{8FAEB1B0-B145-4EC7-84CD-986FFB07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6163" y="1894523"/>
            <a:ext cx="979775" cy="306705"/>
          </a:xfrm>
          <a:prstGeom xmlns:a="http://schemas.openxmlformats.org/drawingml/2006/main" prst="roundRect">
            <a:avLst>
              <a:gd name="adj" fmla="val 9317"/>
            </a:avLst>
          </a:prstGeom>
          <a:solidFill xmlns:a="http://schemas.openxmlformats.org/drawingml/2006/main">
            <a:srgbClr val="C13F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text-892-204">
            <a:extLst xmlns:a="http://schemas.openxmlformats.org/drawingml/2006/main">
              <a:ext uri="{FF2B5EF4-FFF2-40B4-BE49-F238E27FC236}">
                <a16:creationId xmlns:a16="http://schemas.microsoft.com/office/drawing/2014/main" id="{9B9A0B6F-1C36-470E-802A-6DF53BE39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2838" y="1942148"/>
            <a:ext cx="846425" cy="211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-0,503</a:t>
            </a:r>
          </a:p>
        </p:txBody>
      </p:sp>
      <p:cxnSp>
        <p:nvCxnSpPr>
          <p:cNvPr id="82" name="line-783-320-1192-320"/>
          <p:cNvCxnSpPr/>
          <p:nvPr/>
        </p:nvCxnSpPr>
        <p:spPr>
          <a:xfrm xmlns:a="http://schemas.openxmlformats.org/drawingml/2006/main" flipV="0">
            <a:off x="7458075" y="3048000"/>
            <a:ext cx="38957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CEEF1"/>
            </a:solidFill>
            <a:prstDash val="solid"/>
          </a:ln>
        </p:spPr>
      </p:cxnSp>
      <p:sp>
        <p:nvSpPr>
          <p:cNvPr id="32" name="text-665-250">
            <a:extLst xmlns:a="http://schemas.openxmlformats.org/drawingml/2006/main">
              <a:ext uri="{FF2B5EF4-FFF2-40B4-BE49-F238E27FC236}">
                <a16:creationId xmlns:a16="http://schemas.microsoft.com/office/drawing/2014/main" id="{E64B0559-E62D-438E-8D19-961364754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38125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Deneyim</a:t>
            </a:r>
          </a:p>
        </p:txBody>
      </p:sp>
      <p:sp>
        <p:nvSpPr>
          <p:cNvPr id="33" name="rect-846-269">
            <a:extLst xmlns:a="http://schemas.openxmlformats.org/drawingml/2006/main">
              <a:ext uri="{FF2B5EF4-FFF2-40B4-BE49-F238E27FC236}">
                <a16:creationId xmlns:a16="http://schemas.microsoft.com/office/drawing/2014/main" id="{AD48CEF4-4008-444B-AAA2-961103E3B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4121" y="2561273"/>
            <a:ext cx="1351817" cy="306705"/>
          </a:xfrm>
          <a:prstGeom xmlns:a="http://schemas.openxmlformats.org/drawingml/2006/main" prst="roundRect">
            <a:avLst>
              <a:gd name="adj" fmla="val 9317"/>
            </a:avLst>
          </a:prstGeom>
          <a:solidFill xmlns:a="http://schemas.openxmlformats.org/drawingml/2006/main">
            <a:srgbClr val="C13F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4" name="text-853-274">
            <a:extLst xmlns:a="http://schemas.openxmlformats.org/drawingml/2006/main">
              <a:ext uri="{FF2B5EF4-FFF2-40B4-BE49-F238E27FC236}">
                <a16:creationId xmlns:a16="http://schemas.microsoft.com/office/drawing/2014/main" id="{87D87014-3153-498E-855A-D28F4B12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0796" y="2608898"/>
            <a:ext cx="1218467" cy="211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-0,694</a:t>
            </a:r>
          </a:p>
        </p:txBody>
      </p:sp>
      <p:cxnSp>
        <p:nvCxnSpPr>
          <p:cNvPr id="86" name="line-783-390-1192-390"/>
          <p:cNvCxnSpPr/>
          <p:nvPr/>
        </p:nvCxnSpPr>
        <p:spPr>
          <a:xfrm xmlns:a="http://schemas.openxmlformats.org/drawingml/2006/main" flipV="0">
            <a:off x="7458075" y="3714750"/>
            <a:ext cx="38957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CEEF1"/>
            </a:solidFill>
            <a:prstDash val="solid"/>
          </a:ln>
        </p:spPr>
      </p:cxnSp>
      <p:sp>
        <p:nvSpPr>
          <p:cNvPr id="36" name="text-665-320">
            <a:extLst xmlns:a="http://schemas.openxmlformats.org/drawingml/2006/main">
              <a:ext uri="{FF2B5EF4-FFF2-40B4-BE49-F238E27FC236}">
                <a16:creationId xmlns:a16="http://schemas.microsoft.com/office/drawing/2014/main" id="{59405468-9D00-4E1E-8C40-E64A504DF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04800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Özdenet</a:t>
            </a:r>
          </a:p>
        </p:txBody>
      </p:sp>
      <p:sp>
        <p:nvSpPr>
          <p:cNvPr id="37" name="rect-836-339">
            <a:extLst xmlns:a="http://schemas.openxmlformats.org/drawingml/2006/main">
              <a:ext uri="{FF2B5EF4-FFF2-40B4-BE49-F238E27FC236}">
                <a16:creationId xmlns:a16="http://schemas.microsoft.com/office/drawing/2014/main" id="{C89C497C-EBEB-40F6-9C5F-6616208E0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676" y="3228023"/>
            <a:ext cx="1447262" cy="306705"/>
          </a:xfrm>
          <a:prstGeom xmlns:a="http://schemas.openxmlformats.org/drawingml/2006/main" prst="roundRect">
            <a:avLst>
              <a:gd name="adj" fmla="val 9317"/>
            </a:avLst>
          </a:prstGeom>
          <a:solidFill xmlns:a="http://schemas.openxmlformats.org/drawingml/2006/main">
            <a:srgbClr val="C13F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8" name="text-843-344">
            <a:extLst xmlns:a="http://schemas.openxmlformats.org/drawingml/2006/main">
              <a:ext uri="{FF2B5EF4-FFF2-40B4-BE49-F238E27FC236}">
                <a16:creationId xmlns:a16="http://schemas.microsoft.com/office/drawing/2014/main" id="{A2BCD35F-DE99-47BF-98EC-2C193E141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5351" y="3275648"/>
            <a:ext cx="1313912" cy="211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-0,743</a:t>
            </a:r>
          </a:p>
        </p:txBody>
      </p:sp>
      <p:cxnSp>
        <p:nvCxnSpPr>
          <p:cNvPr id="90" name="line-783-460-1192-460"/>
          <p:cNvCxnSpPr/>
          <p:nvPr/>
        </p:nvCxnSpPr>
        <p:spPr>
          <a:xfrm xmlns:a="http://schemas.openxmlformats.org/drawingml/2006/main" flipV="0">
            <a:off x="7458075" y="4381500"/>
            <a:ext cx="38957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CEEF1"/>
            </a:solidFill>
            <a:prstDash val="solid"/>
          </a:ln>
        </p:spPr>
      </p:cxnSp>
      <p:sp>
        <p:nvSpPr>
          <p:cNvPr id="40" name="text-665-390">
            <a:extLst xmlns:a="http://schemas.openxmlformats.org/drawingml/2006/main">
              <a:ext uri="{FF2B5EF4-FFF2-40B4-BE49-F238E27FC236}">
                <a16:creationId xmlns:a16="http://schemas.microsoft.com/office/drawing/2014/main" id="{7074931F-D215-44E5-BDB7-754E3B99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371475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Yumuşak</a:t>
            </a:r>
          </a:p>
        </p:txBody>
      </p:sp>
      <p:sp>
        <p:nvSpPr>
          <p:cNvPr id="41" name="rect-973-409">
            <a:extLst xmlns:a="http://schemas.openxmlformats.org/drawingml/2006/main">
              <a:ext uri="{FF2B5EF4-FFF2-40B4-BE49-F238E27FC236}">
                <a16:creationId xmlns:a16="http://schemas.microsoft.com/office/drawing/2014/main" id="{A4FF5F4B-3231-4163-9776-17A71219B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691" y="3894773"/>
            <a:ext cx="140246" cy="306705"/>
          </a:xfrm>
          <a:prstGeom xmlns:a="http://schemas.openxmlformats.org/drawingml/2006/main" prst="roundRect">
            <a:avLst>
              <a:gd name="adj" fmla="val 20375"/>
            </a:avLst>
          </a:prstGeom>
          <a:solidFill xmlns:a="http://schemas.openxmlformats.org/drawingml/2006/main">
            <a:srgbClr val="C13F5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text-907-413">
            <a:extLst xmlns:a="http://schemas.openxmlformats.org/drawingml/2006/main">
              <a:ext uri="{FF2B5EF4-FFF2-40B4-BE49-F238E27FC236}">
                <a16:creationId xmlns:a16="http://schemas.microsoft.com/office/drawing/2014/main" id="{62B68222-9218-4592-950E-0C1E4B4E6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7041" y="3932873"/>
            <a:ext cx="552450" cy="2305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-0,072</a:t>
            </a:r>
          </a:p>
        </p:txBody>
      </p:sp>
      <p:cxnSp>
        <p:nvCxnSpPr>
          <p:cNvPr id="94" name="line-783-530-1192-530"/>
          <p:cNvCxnSpPr/>
          <p:nvPr/>
        </p:nvCxnSpPr>
        <p:spPr>
          <a:xfrm xmlns:a="http://schemas.openxmlformats.org/drawingml/2006/main" flipV="0">
            <a:off x="7458075" y="5048250"/>
            <a:ext cx="389572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CEEF1"/>
            </a:solidFill>
            <a:prstDash val="solid"/>
          </a:ln>
        </p:spPr>
      </p:cxnSp>
      <p:sp>
        <p:nvSpPr>
          <p:cNvPr id="44" name="text-665-460">
            <a:extLst xmlns:a="http://schemas.openxmlformats.org/drawingml/2006/main">
              <a:ext uri="{FF2B5EF4-FFF2-40B4-BE49-F238E27FC236}">
                <a16:creationId xmlns:a16="http://schemas.microsoft.com/office/drawing/2014/main" id="{C4C2AF81-A175-4C99-B3D8-7C0DE0F8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381500"/>
            <a:ext cx="9906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3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Nörotik</a:t>
            </a:r>
          </a:p>
        </p:txBody>
      </p:sp>
      <p:sp>
        <p:nvSpPr>
          <p:cNvPr id="45" name="rect-988-479">
            <a:extLst xmlns:a="http://schemas.openxmlformats.org/drawingml/2006/main">
              <a:ext uri="{FF2B5EF4-FFF2-40B4-BE49-F238E27FC236}">
                <a16:creationId xmlns:a16="http://schemas.microsoft.com/office/drawing/2014/main" id="{0F2C163D-57B1-4BB1-B56E-DE69EC269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5938" y="4561523"/>
            <a:ext cx="1053794" cy="306705"/>
          </a:xfrm>
          <a:prstGeom xmlns:a="http://schemas.openxmlformats.org/drawingml/2006/main" prst="roundRect">
            <a:avLst>
              <a:gd name="adj" fmla="val 9317"/>
            </a:avLst>
          </a:prstGeom>
          <a:solidFill xmlns:a="http://schemas.openxmlformats.org/drawingml/2006/main">
            <a:srgbClr val="F26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text-995-484">
            <a:extLst xmlns:a="http://schemas.openxmlformats.org/drawingml/2006/main">
              <a:ext uri="{FF2B5EF4-FFF2-40B4-BE49-F238E27FC236}">
                <a16:creationId xmlns:a16="http://schemas.microsoft.com/office/drawing/2014/main" id="{62BAF9DC-4ED8-4867-A992-1EF357E39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2613" y="4609148"/>
            <a:ext cx="920444" cy="21145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0,541</a:t>
            </a:r>
          </a:p>
        </p:txBody>
      </p:sp>
      <p:cxnSp>
        <p:nvCxnSpPr>
          <p:cNvPr id="98" name="line-988-180-988-530"/>
          <p:cNvCxnSpPr/>
          <p:nvPr/>
        </p:nvCxnSpPr>
        <p:spPr>
          <a:xfrm xmlns:a="http://schemas.openxmlformats.org/drawingml/2006/main" flipV="0">
            <a:off x="9405938" y="1714500"/>
            <a:ext cx="0" cy="3333750"/>
          </a:xfrm>
          <a:prstGeom xmlns:a="http://schemas.openxmlformats.org/drawingml/2006/main" prst="straightConnector1">
            <a:avLst/>
          </a:prstGeom>
          <a:ln xmlns:a="http://schemas.openxmlformats.org/drawingml/2006/main" w="11430">
            <a:solidFill>
              <a:srgbClr val="11141A"/>
            </a:solidFill>
            <a:prstDash val="solid"/>
          </a:ln>
        </p:spPr>
      </p:cxnSp>
      <p:sp>
        <p:nvSpPr>
          <p:cNvPr id="48" name="text-775-538">
            <a:extLst xmlns:a="http://schemas.openxmlformats.org/drawingml/2006/main">
              <a:ext uri="{FF2B5EF4-FFF2-40B4-BE49-F238E27FC236}">
                <a16:creationId xmlns:a16="http://schemas.microsoft.com/office/drawing/2014/main" id="{A1575B09-AA98-4047-8E15-9854A0436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1244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F96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F96A3"/>
                </a:solidFill>
                <a:latin typeface="Arial"/>
                <a:ea typeface="Arial"/>
                <a:cs typeface="Arial"/>
              </a:rPr>
              <a:t>−1</a:t>
            </a:r>
          </a:p>
        </p:txBody>
      </p:sp>
      <p:sp>
        <p:nvSpPr>
          <p:cNvPr id="49" name="text-973-538">
            <a:extLst xmlns:a="http://schemas.openxmlformats.org/drawingml/2006/main">
              <a:ext uri="{FF2B5EF4-FFF2-40B4-BE49-F238E27FC236}">
                <a16:creationId xmlns:a16="http://schemas.microsoft.com/office/drawing/2014/main" id="{C2601C46-B49E-48FF-BC81-1E7BA3B9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3063" y="51244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050" b="0" i="0">
                <a:solidFill>
                  <a:srgbClr val="8F96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F96A3"/>
                </a:solidFill>
                <a:latin typeface="Arial"/>
                <a:ea typeface="Arial"/>
                <a:cs typeface="Arial"/>
              </a:rPr>
              <a:t>0</a:t>
            </a:r>
          </a:p>
        </p:txBody>
      </p:sp>
      <p:sp>
        <p:nvSpPr>
          <p:cNvPr id="50" name="text-1170-538">
            <a:extLst xmlns:a="http://schemas.openxmlformats.org/drawingml/2006/main">
              <a:ext uri="{FF2B5EF4-FFF2-40B4-BE49-F238E27FC236}">
                <a16:creationId xmlns:a16="http://schemas.microsoft.com/office/drawing/2014/main" id="{E7C94990-8A06-4E42-A1D0-D76B75BE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5124450"/>
            <a:ext cx="285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050" b="0" i="0">
                <a:solidFill>
                  <a:srgbClr val="8F96A3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F96A3"/>
                </a:solidFill>
                <a:latin typeface="Arial"/>
                <a:ea typeface="Arial"/>
                <a:cs typeface="Arial"/>
              </a:rPr>
              <a:t>+1</a:t>
            </a:r>
          </a:p>
        </p:txBody>
      </p:sp>
      <p:sp>
        <p:nvSpPr>
          <p:cNvPr id="51" name="text-145-590">
            <a:extLst xmlns:a="http://schemas.openxmlformats.org/drawingml/2006/main">
              <a:ext uri="{FF2B5EF4-FFF2-40B4-BE49-F238E27FC236}">
                <a16:creationId xmlns:a16="http://schemas.microsoft.com/office/drawing/2014/main" id="{FEEC8967-B8C3-4860-8BD4-951AF8D0B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619750"/>
            <a:ext cx="9429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0698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Mutlak yükler öne çıkar: İçsel (0,854), Güdüsüzlük (0,757), Özdenetim (0,743) ve Deneyime açıklık (0,694).</a:t>
            </a:r>
          </a:p>
        </p:txBody>
      </p:sp>
    </p:spTree>
    <p:extLst>
      <p:ext uri="{BB962C8B-B14F-4D97-AF65-F5344CB8AC3E}">
        <p14:creationId xmlns:p14="http://schemas.microsoft.com/office/powerpoint/2010/main" val="9353775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eyebrow-14">
            <a:extLst xmlns:a="http://schemas.openxmlformats.org/drawingml/2006/main">
              <a:ext uri="{FF2B5EF4-FFF2-40B4-BE49-F238E27FC236}">
                <a16:creationId xmlns:a16="http://schemas.microsoft.com/office/drawing/2014/main" id="{992758E0-EBCD-4A64-BC4A-9ECCED62F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KANONİK KORELASYON ANALİZİ</a:t>
            </a:r>
          </a:p>
        </p:txBody>
      </p:sp>
      <p:sp>
        <p:nvSpPr>
          <p:cNvPr id="2" name="title-14">
            <a:extLst xmlns:a="http://schemas.openxmlformats.org/drawingml/2006/main">
              <a:ext uri="{FF2B5EF4-FFF2-40B4-BE49-F238E27FC236}">
                <a16:creationId xmlns:a16="http://schemas.microsoft.com/office/drawing/2014/main" id="{8B4037E5-FEAE-4DF3-BBE7-89905A0BE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İkinci fonksiyon anlamlı olsa da etkisi sınırlı</a:t>
            </a:r>
          </a:p>
        </p:txBody>
      </p:sp>
      <p:cxnSp>
        <p:nvCxnSpPr>
          <p:cNvPr id="53" name="footer-rule-14"/>
          <p:cNvCxnSpPr/>
          <p:nvPr/>
        </p:nvCxnSpPr>
        <p:spPr>
          <a:xfrm xmlns:a="http://schemas.openxmlformats.org/drawingml/2006/main" flipV="0">
            <a:off x="457200" y="64008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4" name="slide-num-14">
            <a:extLst xmlns:a="http://schemas.openxmlformats.org/drawingml/2006/main">
              <a:ext uri="{FF2B5EF4-FFF2-40B4-BE49-F238E27FC236}">
                <a16:creationId xmlns:a16="http://schemas.microsoft.com/office/drawing/2014/main" id="{1B91531C-8ED2-4EA8-A015-983C41521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cxnSp>
        <p:nvCxnSpPr>
          <p:cNvPr id="55" name="line-320-197-455-345"/>
          <p:cNvCxnSpPr/>
          <p:nvPr/>
        </p:nvCxnSpPr>
        <p:spPr>
          <a:xfrm xmlns:a="http://schemas.openxmlformats.org/drawingml/2006/main" flipV="0">
            <a:off x="3048000" y="1876425"/>
            <a:ext cx="1285875" cy="1409700"/>
          </a:xfrm>
          <a:prstGeom xmlns:a="http://schemas.openxmlformats.org/drawingml/2006/main" prst="straightConnector1">
            <a:avLst/>
          </a:prstGeom>
          <a:ln xmlns:a="http://schemas.openxmlformats.org/drawingml/2006/main" w="30251">
            <a:solidFill>
              <a:srgbClr val="C13F50"/>
            </a:solidFill>
            <a:prstDash val="solid"/>
          </a:ln>
        </p:spPr>
      </p:cxnSp>
      <p:cxnSp>
        <p:nvCxnSpPr>
          <p:cNvPr id="56" name="line-320-289-455-345"/>
          <p:cNvCxnSpPr/>
          <p:nvPr/>
        </p:nvCxnSpPr>
        <p:spPr>
          <a:xfrm xmlns:a="http://schemas.openxmlformats.org/drawingml/2006/main" flipV="0">
            <a:off x="3048000" y="2752725"/>
            <a:ext cx="1285875" cy="533400"/>
          </a:xfrm>
          <a:prstGeom xmlns:a="http://schemas.openxmlformats.org/drawingml/2006/main" prst="straightConnector1">
            <a:avLst/>
          </a:prstGeom>
          <a:ln xmlns:a="http://schemas.openxmlformats.org/drawingml/2006/main" w="41491">
            <a:solidFill>
              <a:srgbClr val="C13F50"/>
            </a:solidFill>
            <a:prstDash val="solid"/>
          </a:ln>
        </p:spPr>
      </p:cxnSp>
      <p:cxnSp>
        <p:nvCxnSpPr>
          <p:cNvPr id="57" name="line-320-381-455-345"/>
          <p:cNvCxnSpPr/>
          <p:nvPr/>
        </p:nvCxnSpPr>
        <p:spPr>
          <a:xfrm xmlns:a="http://schemas.openxmlformats.org/drawingml/2006/main" flipV="1">
            <a:off x="3048000" y="3286125"/>
            <a:ext cx="1285875" cy="342900"/>
          </a:xfrm>
          <a:prstGeom xmlns:a="http://schemas.openxmlformats.org/drawingml/2006/main" prst="straightConnector1">
            <a:avLst/>
          </a:prstGeom>
          <a:ln xmlns:a="http://schemas.openxmlformats.org/drawingml/2006/main" w="39205">
            <a:solidFill>
              <a:srgbClr val="C13F50"/>
            </a:solidFill>
            <a:prstDash val="solid"/>
          </a:ln>
        </p:spPr>
      </p:cxnSp>
      <p:cxnSp>
        <p:nvCxnSpPr>
          <p:cNvPr id="58" name="line-320-473-455-345"/>
          <p:cNvCxnSpPr/>
          <p:nvPr/>
        </p:nvCxnSpPr>
        <p:spPr>
          <a:xfrm xmlns:a="http://schemas.openxmlformats.org/drawingml/2006/main" flipV="1">
            <a:off x="3048000" y="3286125"/>
            <a:ext cx="1285875" cy="1219200"/>
          </a:xfrm>
          <a:prstGeom xmlns:a="http://schemas.openxmlformats.org/drawingml/2006/main" prst="straightConnector1">
            <a:avLst/>
          </a:prstGeom>
          <a:ln xmlns:a="http://schemas.openxmlformats.org/drawingml/2006/main" w="19279">
            <a:solidFill>
              <a:srgbClr val="C13F50"/>
            </a:solidFill>
            <a:prstDash val="solid"/>
          </a:ln>
        </p:spPr>
      </p:cxnSp>
      <p:cxnSp>
        <p:nvCxnSpPr>
          <p:cNvPr id="59" name="line-825-345-960-171"/>
          <p:cNvCxnSpPr/>
          <p:nvPr/>
        </p:nvCxnSpPr>
        <p:spPr>
          <a:xfrm xmlns:a="http://schemas.openxmlformats.org/drawingml/2006/main" flipV="1">
            <a:off x="7858125" y="1628775"/>
            <a:ext cx="1285875" cy="1657350"/>
          </a:xfrm>
          <a:prstGeom xmlns:a="http://schemas.openxmlformats.org/drawingml/2006/main" prst="straightConnector1">
            <a:avLst/>
          </a:prstGeom>
          <a:ln xmlns:a="http://schemas.openxmlformats.org/drawingml/2006/main" w="37300">
            <a:solidFill>
              <a:srgbClr val="F2674A"/>
            </a:solidFill>
            <a:prstDash val="solid"/>
          </a:ln>
        </p:spPr>
      </p:cxnSp>
      <p:cxnSp>
        <p:nvCxnSpPr>
          <p:cNvPr id="60" name="line-825-345-960-249"/>
          <p:cNvCxnSpPr/>
          <p:nvPr/>
        </p:nvCxnSpPr>
        <p:spPr>
          <a:xfrm xmlns:a="http://schemas.openxmlformats.org/drawingml/2006/main" flipV="1">
            <a:off x="7858125" y="2371725"/>
            <a:ext cx="1285875" cy="914400"/>
          </a:xfrm>
          <a:prstGeom xmlns:a="http://schemas.openxmlformats.org/drawingml/2006/main" prst="straightConnector1">
            <a:avLst/>
          </a:prstGeom>
          <a:ln xmlns:a="http://schemas.openxmlformats.org/drawingml/2006/main" w="23774">
            <a:solidFill>
              <a:srgbClr val="F2674A"/>
            </a:solidFill>
            <a:prstDash val="solid"/>
          </a:ln>
        </p:spPr>
      </p:cxnSp>
      <p:cxnSp>
        <p:nvCxnSpPr>
          <p:cNvPr id="61" name="line-825-345-960-327"/>
          <p:cNvCxnSpPr/>
          <p:nvPr/>
        </p:nvCxnSpPr>
        <p:spPr>
          <a:xfrm xmlns:a="http://schemas.openxmlformats.org/drawingml/2006/main" flipV="1">
            <a:off x="7858125" y="3114675"/>
            <a:ext cx="1285875" cy="171450"/>
          </a:xfrm>
          <a:prstGeom xmlns:a="http://schemas.openxmlformats.org/drawingml/2006/main" prst="straightConnector1">
            <a:avLst/>
          </a:prstGeom>
          <a:ln xmlns:a="http://schemas.openxmlformats.org/drawingml/2006/main" w="29947">
            <a:solidFill>
              <a:srgbClr val="C13F50"/>
            </a:solidFill>
            <a:prstDash val="solid"/>
          </a:ln>
        </p:spPr>
      </p:cxnSp>
      <p:cxnSp>
        <p:nvCxnSpPr>
          <p:cNvPr id="62" name="line-825-345-960-405"/>
          <p:cNvCxnSpPr/>
          <p:nvPr/>
        </p:nvCxnSpPr>
        <p:spPr>
          <a:xfrm xmlns:a="http://schemas.openxmlformats.org/drawingml/2006/main" flipV="0">
            <a:off x="7858125" y="3286125"/>
            <a:ext cx="1285875" cy="571500"/>
          </a:xfrm>
          <a:prstGeom xmlns:a="http://schemas.openxmlformats.org/drawingml/2006/main" prst="straightConnector1">
            <a:avLst/>
          </a:prstGeom>
          <a:ln xmlns:a="http://schemas.openxmlformats.org/drawingml/2006/main" w="16345">
            <a:solidFill>
              <a:srgbClr val="C13F50"/>
            </a:solidFill>
            <a:prstDash val="solid"/>
          </a:ln>
        </p:spPr>
      </p:cxnSp>
      <p:cxnSp>
        <p:nvCxnSpPr>
          <p:cNvPr id="63" name="line-825-345-960-483"/>
          <p:cNvCxnSpPr/>
          <p:nvPr/>
        </p:nvCxnSpPr>
        <p:spPr>
          <a:xfrm xmlns:a="http://schemas.openxmlformats.org/drawingml/2006/main" flipV="0">
            <a:off x="7858125" y="3286125"/>
            <a:ext cx="1285875" cy="1314450"/>
          </a:xfrm>
          <a:prstGeom xmlns:a="http://schemas.openxmlformats.org/drawingml/2006/main" prst="straightConnector1">
            <a:avLst/>
          </a:prstGeom>
          <a:ln xmlns:a="http://schemas.openxmlformats.org/drawingml/2006/main" w="16764">
            <a:solidFill>
              <a:srgbClr val="C13F50"/>
            </a:solidFill>
            <a:prstDash val="solid"/>
          </a:ln>
        </p:spPr>
      </p:cxnSp>
      <p:cxnSp>
        <p:nvCxnSpPr>
          <p:cNvPr id="64" name="line-545-345-735-345"/>
          <p:cNvCxnSpPr/>
          <p:nvPr/>
        </p:nvCxnSpPr>
        <p:spPr>
          <a:xfrm xmlns:a="http://schemas.openxmlformats.org/drawingml/2006/main" flipV="0">
            <a:off x="5191125" y="3286125"/>
            <a:ext cx="1809750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1141A"/>
            </a:solidFill>
            <a:prstDash val="solid"/>
          </a:ln>
        </p:spPr>
      </p:cxnSp>
      <p:sp>
        <p:nvSpPr>
          <p:cNvPr id="15" name="rect-55-170">
            <a:extLst xmlns:a="http://schemas.openxmlformats.org/drawingml/2006/main">
              <a:ext uri="{FF2B5EF4-FFF2-40B4-BE49-F238E27FC236}">
                <a16:creationId xmlns:a16="http://schemas.microsoft.com/office/drawing/2014/main" id="{97BACDE1-D0BA-4476-988C-F9BA54883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19250"/>
            <a:ext cx="2524125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1D5FDB"/>
            </a:solidFill>
            <a:prstDash val="solid"/>
          </a:ln>
        </p:spPr>
      </p:sp>
      <p:sp>
        <p:nvSpPr>
          <p:cNvPr id="16" name="text-68-182">
            <a:extLst xmlns:a="http://schemas.openxmlformats.org/drawingml/2006/main">
              <a:ext uri="{FF2B5EF4-FFF2-40B4-BE49-F238E27FC236}">
                <a16:creationId xmlns:a16="http://schemas.microsoft.com/office/drawing/2014/main" id="{99C8CB62-819D-43EC-959E-7F3BC5D10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7335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M1 İçsel</a:t>
            </a:r>
          </a:p>
        </p:txBody>
      </p:sp>
      <p:sp>
        <p:nvSpPr>
          <p:cNvPr id="17" name="text-238-182">
            <a:extLst xmlns:a="http://schemas.openxmlformats.org/drawingml/2006/main">
              <a:ext uri="{FF2B5EF4-FFF2-40B4-BE49-F238E27FC236}">
                <a16:creationId xmlns:a16="http://schemas.microsoft.com/office/drawing/2014/main" id="{A83678C7-7509-4812-9970-E90012556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17335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C13F5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13F50"/>
                </a:solidFill>
                <a:latin typeface="Arial"/>
                <a:ea typeface="Arial"/>
                <a:cs typeface="Arial"/>
              </a:rPr>
              <a:t>-0.419</a:t>
            </a:r>
          </a:p>
        </p:txBody>
      </p:sp>
      <p:sp>
        <p:nvSpPr>
          <p:cNvPr id="18" name="rect-55-262">
            <a:extLst xmlns:a="http://schemas.openxmlformats.org/drawingml/2006/main">
              <a:ext uri="{FF2B5EF4-FFF2-40B4-BE49-F238E27FC236}">
                <a16:creationId xmlns:a16="http://schemas.microsoft.com/office/drawing/2014/main" id="{026A1642-96CE-442B-90F5-6185EE4E4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95550"/>
            <a:ext cx="2524125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1D5FDB"/>
            </a:solidFill>
            <a:prstDash val="solid"/>
          </a:ln>
        </p:spPr>
      </p:sp>
      <p:sp>
        <p:nvSpPr>
          <p:cNvPr id="19" name="text-68-274">
            <a:extLst xmlns:a="http://schemas.openxmlformats.org/drawingml/2006/main">
              <a:ext uri="{FF2B5EF4-FFF2-40B4-BE49-F238E27FC236}">
                <a16:creationId xmlns:a16="http://schemas.microsoft.com/office/drawing/2014/main" id="{0281E9CA-49E6-4BED-B062-6136D77EF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098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M2 İçe atım</a:t>
            </a:r>
          </a:p>
        </p:txBody>
      </p:sp>
      <p:sp>
        <p:nvSpPr>
          <p:cNvPr id="20" name="text-238-274">
            <a:extLst xmlns:a="http://schemas.openxmlformats.org/drawingml/2006/main">
              <a:ext uri="{FF2B5EF4-FFF2-40B4-BE49-F238E27FC236}">
                <a16:creationId xmlns:a16="http://schemas.microsoft.com/office/drawing/2014/main" id="{8D3867AF-7624-4587-95C5-9C88C7D6B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098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C13F5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13F50"/>
                </a:solidFill>
                <a:latin typeface="Arial"/>
                <a:ea typeface="Arial"/>
                <a:cs typeface="Arial"/>
              </a:rPr>
              <a:t>-0.714</a:t>
            </a:r>
          </a:p>
        </p:txBody>
      </p:sp>
      <p:sp>
        <p:nvSpPr>
          <p:cNvPr id="21" name="rect-55-354">
            <a:extLst xmlns:a="http://schemas.openxmlformats.org/drawingml/2006/main">
              <a:ext uri="{FF2B5EF4-FFF2-40B4-BE49-F238E27FC236}">
                <a16:creationId xmlns:a16="http://schemas.microsoft.com/office/drawing/2014/main" id="{7C7A5B26-5BA9-4839-AB9E-59731A8E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71850"/>
            <a:ext cx="2524125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1D5FDB"/>
            </a:solidFill>
            <a:prstDash val="solid"/>
          </a:ln>
        </p:spPr>
      </p:sp>
      <p:sp>
        <p:nvSpPr>
          <p:cNvPr id="22" name="text-68-366">
            <a:extLst xmlns:a="http://schemas.openxmlformats.org/drawingml/2006/main">
              <a:ext uri="{FF2B5EF4-FFF2-40B4-BE49-F238E27FC236}">
                <a16:creationId xmlns:a16="http://schemas.microsoft.com/office/drawing/2014/main" id="{913EDFB8-92E6-4A18-9FC6-A3C4AD619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861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M3 Dışsal</a:t>
            </a:r>
          </a:p>
        </p:txBody>
      </p:sp>
      <p:sp>
        <p:nvSpPr>
          <p:cNvPr id="23" name="text-238-366">
            <a:extLst xmlns:a="http://schemas.openxmlformats.org/drawingml/2006/main">
              <a:ext uri="{FF2B5EF4-FFF2-40B4-BE49-F238E27FC236}">
                <a16:creationId xmlns:a16="http://schemas.microsoft.com/office/drawing/2014/main" id="{1343076F-A30F-4F9A-AEBC-B7B169B8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3486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C13F5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13F50"/>
                </a:solidFill>
                <a:latin typeface="Arial"/>
                <a:ea typeface="Arial"/>
                <a:cs typeface="Arial"/>
              </a:rPr>
              <a:t>-0.654</a:t>
            </a:r>
          </a:p>
        </p:txBody>
      </p:sp>
      <p:sp>
        <p:nvSpPr>
          <p:cNvPr id="24" name="rect-55-446">
            <a:extLst xmlns:a="http://schemas.openxmlformats.org/drawingml/2006/main">
              <a:ext uri="{FF2B5EF4-FFF2-40B4-BE49-F238E27FC236}">
                <a16:creationId xmlns:a16="http://schemas.microsoft.com/office/drawing/2014/main" id="{C9218368-A68D-4E0D-AE0F-1B6DB9F3B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248150"/>
            <a:ext cx="2524125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1D5FDB"/>
            </a:solidFill>
            <a:prstDash val="solid"/>
          </a:ln>
        </p:spPr>
      </p:sp>
      <p:sp>
        <p:nvSpPr>
          <p:cNvPr id="25" name="text-68-458">
            <a:extLst xmlns:a="http://schemas.openxmlformats.org/drawingml/2006/main">
              <a:ext uri="{FF2B5EF4-FFF2-40B4-BE49-F238E27FC236}">
                <a16:creationId xmlns:a16="http://schemas.microsoft.com/office/drawing/2014/main" id="{2D3B87FA-A5F0-41D2-B84D-711AE714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62450"/>
            <a:ext cx="1600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M4 Güdüsüz</a:t>
            </a:r>
          </a:p>
        </p:txBody>
      </p:sp>
      <p:sp>
        <p:nvSpPr>
          <p:cNvPr id="26" name="text-238-458">
            <a:extLst xmlns:a="http://schemas.openxmlformats.org/drawingml/2006/main">
              <a:ext uri="{FF2B5EF4-FFF2-40B4-BE49-F238E27FC236}">
                <a16:creationId xmlns:a16="http://schemas.microsoft.com/office/drawing/2014/main" id="{A20A26D7-1584-41F1-9108-9837DA9FC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3624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C13F5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13F50"/>
                </a:solidFill>
                <a:latin typeface="Arial"/>
                <a:ea typeface="Arial"/>
                <a:cs typeface="Arial"/>
              </a:rPr>
              <a:t>-0.131</a:t>
            </a:r>
          </a:p>
        </p:txBody>
      </p:sp>
      <p:sp>
        <p:nvSpPr>
          <p:cNvPr id="27" name="rect-960-145">
            <a:extLst xmlns:a="http://schemas.openxmlformats.org/drawingml/2006/main">
              <a:ext uri="{FF2B5EF4-FFF2-40B4-BE49-F238E27FC236}">
                <a16:creationId xmlns:a16="http://schemas.microsoft.com/office/drawing/2014/main" id="{C244E7C7-445D-4106-9246-2F8A7C6E7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1381125"/>
            <a:ext cx="2524125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F2674A"/>
            </a:solidFill>
            <a:prstDash val="solid"/>
          </a:ln>
        </p:spPr>
      </p:sp>
      <p:sp>
        <p:nvSpPr>
          <p:cNvPr id="28" name="text-972-156">
            <a:extLst xmlns:a="http://schemas.openxmlformats.org/drawingml/2006/main">
              <a:ext uri="{FF2B5EF4-FFF2-40B4-BE49-F238E27FC236}">
                <a16:creationId xmlns:a16="http://schemas.microsoft.com/office/drawing/2014/main" id="{61AAF13E-336C-4EAF-8048-F69D9670A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14859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P1 Dışadön</a:t>
            </a:r>
          </a:p>
        </p:txBody>
      </p:sp>
      <p:sp>
        <p:nvSpPr>
          <p:cNvPr id="29" name="text-1145-156">
            <a:extLst xmlns:a="http://schemas.openxmlformats.org/drawingml/2006/main">
              <a:ext uri="{FF2B5EF4-FFF2-40B4-BE49-F238E27FC236}">
                <a16:creationId xmlns:a16="http://schemas.microsoft.com/office/drawing/2014/main" id="{007ECCB1-076C-4F5F-B4FB-F52DC478A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14859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0.604</a:t>
            </a:r>
          </a:p>
        </p:txBody>
      </p:sp>
      <p:sp>
        <p:nvSpPr>
          <p:cNvPr id="30" name="rect-960-223">
            <a:extLst xmlns:a="http://schemas.openxmlformats.org/drawingml/2006/main">
              <a:ext uri="{FF2B5EF4-FFF2-40B4-BE49-F238E27FC236}">
                <a16:creationId xmlns:a16="http://schemas.microsoft.com/office/drawing/2014/main" id="{B30DBC98-EA44-43C8-AA9C-DF39B1943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124075"/>
            <a:ext cx="2524125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F2674A"/>
            </a:solidFill>
            <a:prstDash val="solid"/>
          </a:ln>
        </p:spPr>
      </p:sp>
      <p:sp>
        <p:nvSpPr>
          <p:cNvPr id="31" name="text-972-234">
            <a:extLst xmlns:a="http://schemas.openxmlformats.org/drawingml/2006/main">
              <a:ext uri="{FF2B5EF4-FFF2-40B4-BE49-F238E27FC236}">
                <a16:creationId xmlns:a16="http://schemas.microsoft.com/office/drawing/2014/main" id="{12BD343E-A22F-4B72-A7D8-94FE8707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2288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P2 Deneyim</a:t>
            </a:r>
          </a:p>
        </p:txBody>
      </p:sp>
      <p:sp>
        <p:nvSpPr>
          <p:cNvPr id="32" name="text-1145-234">
            <a:extLst xmlns:a="http://schemas.openxmlformats.org/drawingml/2006/main">
              <a:ext uri="{FF2B5EF4-FFF2-40B4-BE49-F238E27FC236}">
                <a16:creationId xmlns:a16="http://schemas.microsoft.com/office/drawing/2014/main" id="{4153B405-7E0C-4797-B05E-78E056C90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2288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0.249</a:t>
            </a:r>
          </a:p>
        </p:txBody>
      </p:sp>
      <p:sp>
        <p:nvSpPr>
          <p:cNvPr id="33" name="rect-960-301">
            <a:extLst xmlns:a="http://schemas.openxmlformats.org/drawingml/2006/main">
              <a:ext uri="{FF2B5EF4-FFF2-40B4-BE49-F238E27FC236}">
                <a16:creationId xmlns:a16="http://schemas.microsoft.com/office/drawing/2014/main" id="{4D13BE1D-A180-4C8B-8BCF-927A7632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867025"/>
            <a:ext cx="2524125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F2674A"/>
            </a:solidFill>
            <a:prstDash val="solid"/>
          </a:ln>
        </p:spPr>
      </p:sp>
      <p:sp>
        <p:nvSpPr>
          <p:cNvPr id="34" name="text-972-312">
            <a:extLst xmlns:a="http://schemas.openxmlformats.org/drawingml/2006/main">
              <a:ext uri="{FF2B5EF4-FFF2-40B4-BE49-F238E27FC236}">
                <a16:creationId xmlns:a16="http://schemas.microsoft.com/office/drawing/2014/main" id="{B421A5A1-E2AE-4785-895E-1507FF4A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29718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P3 Özdenet</a:t>
            </a:r>
          </a:p>
        </p:txBody>
      </p:sp>
      <p:sp>
        <p:nvSpPr>
          <p:cNvPr id="35" name="text-1145-312">
            <a:extLst xmlns:a="http://schemas.openxmlformats.org/drawingml/2006/main">
              <a:ext uri="{FF2B5EF4-FFF2-40B4-BE49-F238E27FC236}">
                <a16:creationId xmlns:a16="http://schemas.microsoft.com/office/drawing/2014/main" id="{D73EFDF3-8736-4496-AB78-6299AD169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29718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C13F5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13F50"/>
                </a:solidFill>
                <a:latin typeface="Arial"/>
                <a:ea typeface="Arial"/>
                <a:cs typeface="Arial"/>
              </a:rPr>
              <a:t>-0.411</a:t>
            </a:r>
          </a:p>
        </p:txBody>
      </p:sp>
      <p:sp>
        <p:nvSpPr>
          <p:cNvPr id="36" name="rect-960-379">
            <a:extLst xmlns:a="http://schemas.openxmlformats.org/drawingml/2006/main">
              <a:ext uri="{FF2B5EF4-FFF2-40B4-BE49-F238E27FC236}">
                <a16:creationId xmlns:a16="http://schemas.microsoft.com/office/drawing/2014/main" id="{96DCCA3D-FEDC-40C8-8FD5-F5D2C261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609975"/>
            <a:ext cx="2524125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F2674A"/>
            </a:solidFill>
            <a:prstDash val="solid"/>
          </a:ln>
        </p:spPr>
      </p:sp>
      <p:sp>
        <p:nvSpPr>
          <p:cNvPr id="37" name="text-972-390">
            <a:extLst xmlns:a="http://schemas.openxmlformats.org/drawingml/2006/main">
              <a:ext uri="{FF2B5EF4-FFF2-40B4-BE49-F238E27FC236}">
                <a16:creationId xmlns:a16="http://schemas.microsoft.com/office/drawing/2014/main" id="{C3720AF2-4D15-4BAA-87E7-CC0F41E85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371475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P4 Yumuşak</a:t>
            </a:r>
          </a:p>
        </p:txBody>
      </p:sp>
      <p:sp>
        <p:nvSpPr>
          <p:cNvPr id="38" name="text-1145-390">
            <a:extLst xmlns:a="http://schemas.openxmlformats.org/drawingml/2006/main">
              <a:ext uri="{FF2B5EF4-FFF2-40B4-BE49-F238E27FC236}">
                <a16:creationId xmlns:a16="http://schemas.microsoft.com/office/drawing/2014/main" id="{A1353822-ABC9-4F01-98E1-C4418E122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371475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C13F5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13F50"/>
                </a:solidFill>
                <a:latin typeface="Arial"/>
                <a:ea typeface="Arial"/>
                <a:cs typeface="Arial"/>
              </a:rPr>
              <a:t>-0.054</a:t>
            </a:r>
          </a:p>
        </p:txBody>
      </p:sp>
      <p:sp>
        <p:nvSpPr>
          <p:cNvPr id="39" name="rect-960-457">
            <a:extLst xmlns:a="http://schemas.openxmlformats.org/drawingml/2006/main">
              <a:ext uri="{FF2B5EF4-FFF2-40B4-BE49-F238E27FC236}">
                <a16:creationId xmlns:a16="http://schemas.microsoft.com/office/drawing/2014/main" id="{E3DAF61C-7C01-4127-97F6-4E7781301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352925"/>
            <a:ext cx="2524125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F2674A"/>
            </a:solidFill>
            <a:prstDash val="solid"/>
          </a:ln>
        </p:spPr>
      </p:sp>
      <p:sp>
        <p:nvSpPr>
          <p:cNvPr id="40" name="text-972-468">
            <a:extLst xmlns:a="http://schemas.openxmlformats.org/drawingml/2006/main">
              <a:ext uri="{FF2B5EF4-FFF2-40B4-BE49-F238E27FC236}">
                <a16:creationId xmlns:a16="http://schemas.microsoft.com/office/drawing/2014/main" id="{AA661701-72EA-48CB-8465-321B68EA9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457700"/>
            <a:ext cx="1638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P5 Nörotik</a:t>
            </a:r>
          </a:p>
        </p:txBody>
      </p:sp>
      <p:sp>
        <p:nvSpPr>
          <p:cNvPr id="41" name="text-1145-468">
            <a:extLst xmlns:a="http://schemas.openxmlformats.org/drawingml/2006/main">
              <a:ext uri="{FF2B5EF4-FFF2-40B4-BE49-F238E27FC236}">
                <a16:creationId xmlns:a16="http://schemas.microsoft.com/office/drawing/2014/main" id="{3F21AC70-B84A-454D-8DFB-4A3BDA102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06125" y="4457700"/>
            <a:ext cx="6477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C13F50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C13F50"/>
                </a:solidFill>
                <a:latin typeface="Arial"/>
                <a:ea typeface="Arial"/>
                <a:cs typeface="Arial"/>
              </a:rPr>
              <a:t>-0.065</a:t>
            </a:r>
          </a:p>
        </p:txBody>
      </p:sp>
      <p:sp>
        <p:nvSpPr>
          <p:cNvPr id="42" name="rect-455-300">
            <a:extLst xmlns:a="http://schemas.openxmlformats.org/drawingml/2006/main">
              <a:ext uri="{FF2B5EF4-FFF2-40B4-BE49-F238E27FC236}">
                <a16:creationId xmlns:a16="http://schemas.microsoft.com/office/drawing/2014/main" id="{88CA1B94-C6E9-4946-B82D-425BE59AE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8575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rect-735-300">
            <a:extLst xmlns:a="http://schemas.openxmlformats.org/drawingml/2006/main">
              <a:ext uri="{FF2B5EF4-FFF2-40B4-BE49-F238E27FC236}">
                <a16:creationId xmlns:a16="http://schemas.microsoft.com/office/drawing/2014/main" id="{55CB34D6-FBF4-43A2-B8D1-4F967729B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57500"/>
            <a:ext cx="857250" cy="857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text-455-322">
            <a:extLst xmlns:a="http://schemas.openxmlformats.org/drawingml/2006/main">
              <a:ext uri="{FF2B5EF4-FFF2-40B4-BE49-F238E27FC236}">
                <a16:creationId xmlns:a16="http://schemas.microsoft.com/office/drawing/2014/main" id="{364B911F-7D2F-49F5-9D7B-87962A024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0670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U₂</a:t>
            </a:r>
          </a:p>
        </p:txBody>
      </p:sp>
      <p:sp>
        <p:nvSpPr>
          <p:cNvPr id="45" name="text-735-322">
            <a:extLst xmlns:a="http://schemas.openxmlformats.org/drawingml/2006/main">
              <a:ext uri="{FF2B5EF4-FFF2-40B4-BE49-F238E27FC236}">
                <a16:creationId xmlns:a16="http://schemas.microsoft.com/office/drawing/2014/main" id="{53E52308-458C-4186-B44C-19B465964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067050"/>
            <a:ext cx="857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3750"/>
          </a:bodyPr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V₂</a:t>
            </a:r>
          </a:p>
        </p:txBody>
      </p:sp>
      <p:sp>
        <p:nvSpPr>
          <p:cNvPr id="46" name="text-565-270">
            <a:extLst xmlns:a="http://schemas.openxmlformats.org/drawingml/2006/main">
              <a:ext uri="{FF2B5EF4-FFF2-40B4-BE49-F238E27FC236}">
                <a16:creationId xmlns:a16="http://schemas.microsoft.com/office/drawing/2014/main" id="{77F7797A-4E31-4133-8566-9893943E3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2571750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Rᶜ = 0,201</a:t>
            </a:r>
          </a:p>
        </p:txBody>
      </p:sp>
      <p:sp>
        <p:nvSpPr>
          <p:cNvPr id="47" name="text-555-393">
            <a:extLst xmlns:a="http://schemas.openxmlformats.org/drawingml/2006/main">
              <a:ext uri="{FF2B5EF4-FFF2-40B4-BE49-F238E27FC236}">
                <a16:creationId xmlns:a16="http://schemas.microsoft.com/office/drawing/2014/main" id="{9F509C55-6670-4B1D-84C5-876A72835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74332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Rᶜ² = %4,0</a:t>
            </a:r>
          </a:p>
        </p:txBody>
      </p:sp>
      <p:sp>
        <p:nvSpPr>
          <p:cNvPr id="48" name="text-365-520">
            <a:extLst xmlns:a="http://schemas.openxmlformats.org/drawingml/2006/main">
              <a:ext uri="{FF2B5EF4-FFF2-40B4-BE49-F238E27FC236}">
                <a16:creationId xmlns:a16="http://schemas.microsoft.com/office/drawing/2014/main" id="{82711207-A3ED-4858-96B5-D43EB9782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953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Set içi varyans: %28,3</a:t>
            </a:r>
          </a:p>
        </p:txBody>
      </p:sp>
      <p:sp>
        <p:nvSpPr>
          <p:cNvPr id="49" name="text-665-520">
            <a:extLst xmlns:a="http://schemas.openxmlformats.org/drawingml/2006/main">
              <a:ext uri="{FF2B5EF4-FFF2-40B4-BE49-F238E27FC236}">
                <a16:creationId xmlns:a16="http://schemas.microsoft.com/office/drawing/2014/main" id="{CC1D1143-AE05-4477-944E-1DA4575CC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530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Set içi varyans: %12,1</a:t>
            </a:r>
          </a:p>
        </p:txBody>
      </p:sp>
      <p:sp>
        <p:nvSpPr>
          <p:cNvPr id="50" name="text-170-572">
            <a:extLst xmlns:a="http://schemas.openxmlformats.org/drawingml/2006/main">
              <a:ext uri="{FF2B5EF4-FFF2-40B4-BE49-F238E27FC236}">
                <a16:creationId xmlns:a16="http://schemas.microsoft.com/office/drawing/2014/main" id="{A6C15F06-6141-49EE-AC64-6CF795AD6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448300"/>
            <a:ext cx="8953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Fonksiyon 2; içe atım ve dışsal düzenleme ile dışadönüklük–özdenetim eksenini ilişkilendirir, ancak ortak varyans yalnızca %4’tür.</a:t>
            </a:r>
          </a:p>
        </p:txBody>
      </p:sp>
    </p:spTree>
    <p:extLst>
      <p:ext uri="{BB962C8B-B14F-4D97-AF65-F5344CB8AC3E}">
        <p14:creationId xmlns:p14="http://schemas.microsoft.com/office/powerpoint/2010/main" val="167112154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eyebrow-15">
            <a:extLst xmlns:a="http://schemas.openxmlformats.org/drawingml/2006/main">
              <a:ext uri="{FF2B5EF4-FFF2-40B4-BE49-F238E27FC236}">
                <a16:creationId xmlns:a16="http://schemas.microsoft.com/office/drawing/2014/main" id="{740E5798-34EE-48D8-A544-B4B64C601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KANONİK KORELASYON ANALİZİ</a:t>
            </a:r>
          </a:p>
        </p:txBody>
      </p:sp>
      <p:sp>
        <p:nvSpPr>
          <p:cNvPr id="2" name="title-15">
            <a:extLst xmlns:a="http://schemas.openxmlformats.org/drawingml/2006/main">
              <a:ext uri="{FF2B5EF4-FFF2-40B4-BE49-F238E27FC236}">
                <a16:creationId xmlns:a16="http://schemas.microsoft.com/office/drawing/2014/main" id="{3FEA1ED5-51D9-4BD1-91B0-CD2F6AD2A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Yükler yorumlar; ağırlıklar skorları üretir</a:t>
            </a:r>
          </a:p>
        </p:txBody>
      </p:sp>
      <p:cxnSp>
        <p:nvCxnSpPr>
          <p:cNvPr id="24" name="footer-rule-15"/>
          <p:cNvCxnSpPr/>
          <p:nvPr/>
        </p:nvCxnSpPr>
        <p:spPr>
          <a:xfrm xmlns:a="http://schemas.openxmlformats.org/drawingml/2006/main" flipV="0">
            <a:off x="457200" y="64008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4" name="slide-num-15">
            <a:extLst xmlns:a="http://schemas.openxmlformats.org/drawingml/2006/main">
              <a:ext uri="{FF2B5EF4-FFF2-40B4-BE49-F238E27FC236}">
                <a16:creationId xmlns:a16="http://schemas.microsoft.com/office/drawing/2014/main" id="{26773DC1-7735-42FB-9AF9-754E283CB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cxnSp>
        <p:nvCxnSpPr>
          <p:cNvPr id="26" name="line-390-345-455-345"/>
          <p:cNvCxnSpPr/>
          <p:nvPr/>
        </p:nvCxnSpPr>
        <p:spPr>
          <a:xfrm xmlns:a="http://schemas.openxmlformats.org/drawingml/2006/main" flipH="0" flipV="0">
            <a:off x="3714750" y="32861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1141A"/>
            </a:solidFill>
            <a:prstDash val="solid"/>
          </a:ln>
        </p:spPr>
      </p:cxnSp>
      <p:cxnSp>
        <p:nvCxnSpPr>
          <p:cNvPr id="27" name="line-790-345-855-345"/>
          <p:cNvCxnSpPr/>
          <p:nvPr/>
        </p:nvCxnSpPr>
        <p:spPr>
          <a:xfrm xmlns:a="http://schemas.openxmlformats.org/drawingml/2006/main" flipH="0" flipV="0">
            <a:off x="7524750" y="3286125"/>
            <a:ext cx="619125" cy="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11141A"/>
            </a:solidFill>
            <a:prstDash val="solid"/>
          </a:ln>
        </p:spPr>
      </p:cxnSp>
      <p:sp>
        <p:nvSpPr>
          <p:cNvPr id="7" name="rect-55-180">
            <a:extLst xmlns:a="http://schemas.openxmlformats.org/drawingml/2006/main">
              <a:ext uri="{FF2B5EF4-FFF2-40B4-BE49-F238E27FC236}">
                <a16:creationId xmlns:a16="http://schemas.microsoft.com/office/drawing/2014/main" id="{669E9B38-3F83-4DF1-9745-B8C58240C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14500"/>
            <a:ext cx="319087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8" name="text-79-210">
            <a:extLst xmlns:a="http://schemas.openxmlformats.org/drawingml/2006/main">
              <a:ext uri="{FF2B5EF4-FFF2-40B4-BE49-F238E27FC236}">
                <a16:creationId xmlns:a16="http://schemas.microsoft.com/office/drawing/2014/main" id="{7BCC0760-C6E9-45E5-91BF-CA0DBD8D4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000250"/>
            <a:ext cx="2733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Standart ağırlık</a:t>
            </a:r>
          </a:p>
        </p:txBody>
      </p:sp>
      <p:sp>
        <p:nvSpPr>
          <p:cNvPr id="9" name="text-79-290">
            <a:extLst xmlns:a="http://schemas.openxmlformats.org/drawingml/2006/main">
              <a:ext uri="{FF2B5EF4-FFF2-40B4-BE49-F238E27FC236}">
                <a16:creationId xmlns:a16="http://schemas.microsoft.com/office/drawing/2014/main" id="{E7FE7923-950B-445D-8287-5A9316A6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2762250"/>
            <a:ext cx="2733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a veya b</a:t>
            </a:r>
          </a:p>
        </p:txBody>
      </p:sp>
      <p:sp>
        <p:nvSpPr>
          <p:cNvPr id="10" name="text-85-385">
            <a:extLst xmlns:a="http://schemas.openxmlformats.org/drawingml/2006/main">
              <a:ext uri="{FF2B5EF4-FFF2-40B4-BE49-F238E27FC236}">
                <a16:creationId xmlns:a16="http://schemas.microsoft.com/office/drawing/2014/main" id="{16903F20-A4DD-4FFA-A959-FD3EE942B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667125"/>
            <a:ext cx="2619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Kanonik skoru kuran katsayıdır.</a:t>
            </a:r>
          </a:p>
          <a:p xmlns:a="http://schemas.openxmlformats.org/drawingml/2006/main">
            <a:pPr algn="ctr"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U = a′X, V = b′Y</a:t>
            </a:r>
          </a:p>
        </p:txBody>
      </p:sp>
      <p:sp>
        <p:nvSpPr>
          <p:cNvPr id="11" name="rect-455-180">
            <a:extLst xmlns:a="http://schemas.openxmlformats.org/drawingml/2006/main">
              <a:ext uri="{FF2B5EF4-FFF2-40B4-BE49-F238E27FC236}">
                <a16:creationId xmlns:a16="http://schemas.microsoft.com/office/drawing/2014/main" id="{D40DECD8-9A8A-4F71-A8FE-4590CC8AE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14500"/>
            <a:ext cx="319087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12" name="text-479-210">
            <a:extLst xmlns:a="http://schemas.openxmlformats.org/drawingml/2006/main">
              <a:ext uri="{FF2B5EF4-FFF2-40B4-BE49-F238E27FC236}">
                <a16:creationId xmlns:a16="http://schemas.microsoft.com/office/drawing/2014/main" id="{D6CF75B6-DDC9-4B25-BDCB-C0D133FE8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000250"/>
            <a:ext cx="2733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Kanonik yük</a:t>
            </a:r>
          </a:p>
        </p:txBody>
      </p:sp>
      <p:sp>
        <p:nvSpPr>
          <p:cNvPr id="13" name="text-479-290">
            <a:extLst xmlns:a="http://schemas.openxmlformats.org/drawingml/2006/main">
              <a:ext uri="{FF2B5EF4-FFF2-40B4-BE49-F238E27FC236}">
                <a16:creationId xmlns:a16="http://schemas.microsoft.com/office/drawing/2014/main" id="{12585FFE-F20C-443E-8D00-6150C384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62250"/>
            <a:ext cx="2733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corr(X,U)</a:t>
            </a:r>
          </a:p>
        </p:txBody>
      </p:sp>
      <p:sp>
        <p:nvSpPr>
          <p:cNvPr id="14" name="text-485-385">
            <a:extLst xmlns:a="http://schemas.openxmlformats.org/drawingml/2006/main">
              <a:ext uri="{FF2B5EF4-FFF2-40B4-BE49-F238E27FC236}">
                <a16:creationId xmlns:a16="http://schemas.microsoft.com/office/drawing/2014/main" id="{A4AD1B3C-B3BC-4645-87E7-E70B4445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67125"/>
            <a:ext cx="2619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Gözlenen değişkenin kendi kanonik değişkeniyle ilişkisidir.</a:t>
            </a:r>
          </a:p>
        </p:txBody>
      </p:sp>
      <p:sp>
        <p:nvSpPr>
          <p:cNvPr id="15" name="rect-855-180">
            <a:extLst xmlns:a="http://schemas.openxmlformats.org/drawingml/2006/main">
              <a:ext uri="{FF2B5EF4-FFF2-40B4-BE49-F238E27FC236}">
                <a16:creationId xmlns:a16="http://schemas.microsoft.com/office/drawing/2014/main" id="{C5D62F14-A5AB-46F4-8C1E-4FF4CCB4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714500"/>
            <a:ext cx="3190875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16" name="text-879-210">
            <a:extLst xmlns:a="http://schemas.openxmlformats.org/drawingml/2006/main">
              <a:ext uri="{FF2B5EF4-FFF2-40B4-BE49-F238E27FC236}">
                <a16:creationId xmlns:a16="http://schemas.microsoft.com/office/drawing/2014/main" id="{085E1A83-6E1E-42D2-9F80-1C02DF7E3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000250"/>
            <a:ext cx="27336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Çapraz yük</a:t>
            </a:r>
          </a:p>
        </p:txBody>
      </p:sp>
      <p:sp>
        <p:nvSpPr>
          <p:cNvPr id="17" name="text-879-290">
            <a:extLst xmlns:a="http://schemas.openxmlformats.org/drawingml/2006/main">
              <a:ext uri="{FF2B5EF4-FFF2-40B4-BE49-F238E27FC236}">
                <a16:creationId xmlns:a16="http://schemas.microsoft.com/office/drawing/2014/main" id="{72E9DB15-93A1-43DD-AD69-BC4AD7734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762250"/>
            <a:ext cx="273367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yük × Rᶜ</a:t>
            </a:r>
          </a:p>
        </p:txBody>
      </p:sp>
      <p:sp>
        <p:nvSpPr>
          <p:cNvPr id="18" name="text-885-385">
            <a:extLst xmlns:a="http://schemas.openxmlformats.org/drawingml/2006/main">
              <a:ext uri="{FF2B5EF4-FFF2-40B4-BE49-F238E27FC236}">
                <a16:creationId xmlns:a16="http://schemas.microsoft.com/office/drawing/2014/main" id="{C1A868AC-95F5-437B-8CFB-1E3E1116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667125"/>
            <a:ext cx="2619375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Gözlenen değişkenin karşı setteki kanonik değişkenle ilişkisidir.</a:t>
            </a:r>
          </a:p>
        </p:txBody>
      </p:sp>
      <p:sp>
        <p:nvSpPr>
          <p:cNvPr id="19" name="rect-190-555">
            <a:extLst xmlns:a="http://schemas.openxmlformats.org/drawingml/2006/main">
              <a:ext uri="{FF2B5EF4-FFF2-40B4-BE49-F238E27FC236}">
                <a16:creationId xmlns:a16="http://schemas.microsoft.com/office/drawing/2014/main" id="{CFB3D57E-623F-4DE4-A58B-873336AE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5286375"/>
            <a:ext cx="85725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20" name="text-215-574">
            <a:extLst xmlns:a="http://schemas.openxmlformats.org/drawingml/2006/main">
              <a:ext uri="{FF2B5EF4-FFF2-40B4-BE49-F238E27FC236}">
                <a16:creationId xmlns:a16="http://schemas.microsoft.com/office/drawing/2014/main" id="{489502AD-83A8-48D3-8509-40A46DCB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4673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Örnek · M1, Fonksiyon 1</a:t>
            </a:r>
          </a:p>
        </p:txBody>
      </p:sp>
      <p:sp>
        <p:nvSpPr>
          <p:cNvPr id="21" name="text-490-571">
            <a:extLst xmlns:a="http://schemas.openxmlformats.org/drawingml/2006/main">
              <a:ext uri="{FF2B5EF4-FFF2-40B4-BE49-F238E27FC236}">
                <a16:creationId xmlns:a16="http://schemas.microsoft.com/office/drawing/2014/main" id="{4136A1E6-E23F-478C-9B70-34F92FF3F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5438775"/>
            <a:ext cx="5429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ağırlık −0,698  ·  yük −0,854  ·  çapraz yük −0,399</a:t>
            </a:r>
          </a:p>
        </p:txBody>
      </p:sp>
    </p:spTree>
    <p:extLst>
      <p:ext uri="{BB962C8B-B14F-4D97-AF65-F5344CB8AC3E}">
        <p14:creationId xmlns:p14="http://schemas.microsoft.com/office/powerpoint/2010/main" val="165987031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yebrow-16">
            <a:extLst xmlns:a="http://schemas.openxmlformats.org/drawingml/2006/main">
              <a:ext uri="{FF2B5EF4-FFF2-40B4-BE49-F238E27FC236}">
                <a16:creationId xmlns:a16="http://schemas.microsoft.com/office/drawing/2014/main" id="{683AAC93-893C-4759-B44D-05AF13338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KANONİK KORELASYON ANALİZİ</a:t>
            </a:r>
          </a:p>
        </p:txBody>
      </p:sp>
      <p:sp>
        <p:nvSpPr>
          <p:cNvPr id="2" name="title-16">
            <a:extLst xmlns:a="http://schemas.openxmlformats.org/drawingml/2006/main">
              <a:ext uri="{FF2B5EF4-FFF2-40B4-BE49-F238E27FC236}">
                <a16:creationId xmlns:a16="http://schemas.microsoft.com/office/drawing/2014/main" id="{D3215C0F-5A12-45D4-B93D-30B49659F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0899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Redundancy, güçlü görünen korelasyonun gerçek bilgi aktarımını sınırlar</a:t>
            </a:r>
          </a:p>
        </p:txBody>
      </p:sp>
      <p:cxnSp>
        <p:nvCxnSpPr>
          <p:cNvPr id="14" name="footer-rule-16"/>
          <p:cNvCxnSpPr/>
          <p:nvPr/>
        </p:nvCxnSpPr>
        <p:spPr>
          <a:xfrm xmlns:a="http://schemas.openxmlformats.org/drawingml/2006/main" flipV="0">
            <a:off x="457200" y="64008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4" name="slide-num-16">
            <a:extLst xmlns:a="http://schemas.openxmlformats.org/drawingml/2006/main">
              <a:ext uri="{FF2B5EF4-FFF2-40B4-BE49-F238E27FC236}">
                <a16:creationId xmlns:a16="http://schemas.microsoft.com/office/drawing/2014/main" id="{624D0AE9-3566-48D5-A5D9-53E32EE8C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16</a:t>
            </a:r>
          </a:p>
        </p:txBody>
      </p:sp>
      <p:graphicFrame>
        <p:nvGraphicFramePr>
          <p:cNvPr id="16" name="Chart"/>
          <p:cNvGraphicFramePr/>
          <p:nvPr/>
        </p:nvGraphicFramePr>
        <p:xfrm>
          <a:off xmlns:a="http://schemas.openxmlformats.org/drawingml/2006/main" x="523875" y="1571625"/>
          <a:ext xmlns:a="http://schemas.openxmlformats.org/drawingml/2006/main" cx="7239000" cy="4191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1df5bc2d9cce42db"/>
          </a:graphicData>
        </a:graphic>
      </p:graphicFrame>
      <p:sp>
        <p:nvSpPr>
          <p:cNvPr id="6" name="text-900-180">
            <a:extLst xmlns:a="http://schemas.openxmlformats.org/drawingml/2006/main">
              <a:ext uri="{FF2B5EF4-FFF2-40B4-BE49-F238E27FC236}">
                <a16:creationId xmlns:a16="http://schemas.microsoft.com/office/drawing/2014/main" id="{E0FBFC55-0855-463A-9793-27BDC1337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14500"/>
            <a:ext cx="238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9638"/>
          </a:bodyPr>
          <a:lstStyle xmlns:a="http://schemas.openxmlformats.org/drawingml/2006/main"/>
          <a:p xmlns:a="http://schemas.openxmlformats.org/drawingml/2006/main">
            <a:pPr algn="ctr">
              <a:defRPr sz="345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F1</a:t>
            </a:r>
          </a:p>
        </p:txBody>
      </p:sp>
      <p:sp>
        <p:nvSpPr>
          <p:cNvPr id="7" name="text-875-250">
            <a:extLst xmlns:a="http://schemas.openxmlformats.org/drawingml/2006/main">
              <a:ext uri="{FF2B5EF4-FFF2-40B4-BE49-F238E27FC236}">
                <a16:creationId xmlns:a16="http://schemas.microsoft.com/office/drawing/2014/main" id="{F4D3DD16-B81B-42C6-AF94-D3BF4634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2857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95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495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%9,9</a:t>
            </a:r>
          </a:p>
        </p:txBody>
      </p:sp>
      <p:sp>
        <p:nvSpPr>
          <p:cNvPr id="8" name="text-875-335">
            <a:extLst xmlns:a="http://schemas.openxmlformats.org/drawingml/2006/main">
              <a:ext uri="{FF2B5EF4-FFF2-40B4-BE49-F238E27FC236}">
                <a16:creationId xmlns:a16="http://schemas.microsoft.com/office/drawing/2014/main" id="{E1A2398E-36D0-4DC8-803A-675554DDF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9087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Motivasyonun kişilik setinde</a:t>
            </a:r>
          </a:p>
          <a:p xmlns:a="http://schemas.openxmlformats.org/drawingml/2006/main">
            <a:pPr algn="ctr"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yakaladığı varyans</a:t>
            </a:r>
          </a:p>
        </p:txBody>
      </p:sp>
      <p:sp>
        <p:nvSpPr>
          <p:cNvPr id="9" name="text-875-435">
            <a:extLst xmlns:a="http://schemas.openxmlformats.org/drawingml/2006/main">
              <a:ext uri="{FF2B5EF4-FFF2-40B4-BE49-F238E27FC236}">
                <a16:creationId xmlns:a16="http://schemas.microsoft.com/office/drawing/2014/main" id="{6A2CF801-236B-4050-B44F-7316A05B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143375"/>
            <a:ext cx="2857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405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405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%6,9</a:t>
            </a:r>
          </a:p>
        </p:txBody>
      </p:sp>
      <p:sp>
        <p:nvSpPr>
          <p:cNvPr id="10" name="text-875-505">
            <a:extLst xmlns:a="http://schemas.openxmlformats.org/drawingml/2006/main">
              <a:ext uri="{FF2B5EF4-FFF2-40B4-BE49-F238E27FC236}">
                <a16:creationId xmlns:a16="http://schemas.microsoft.com/office/drawing/2014/main" id="{2CB97120-0376-4EF6-93CE-8A42B156A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8101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Kişiliğin motivasyon setinde</a:t>
            </a:r>
          </a:p>
          <a:p xmlns:a="http://schemas.openxmlformats.org/drawingml/2006/main">
            <a:pPr algn="ctr"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yakaladığı varyans</a:t>
            </a:r>
          </a:p>
        </p:txBody>
      </p:sp>
      <p:sp>
        <p:nvSpPr>
          <p:cNvPr id="11" name="text-200-620">
            <a:extLst xmlns:a="http://schemas.openxmlformats.org/drawingml/2006/main">
              <a:ext uri="{FF2B5EF4-FFF2-40B4-BE49-F238E27FC236}">
                <a16:creationId xmlns:a16="http://schemas.microsoft.com/office/drawing/2014/main" id="{2E0DAB4D-0054-4C2A-98F5-BF9B076F5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905500"/>
            <a:ext cx="8382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75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Yüksek set içi varyans, karşı set için aynı ölçüde açıklama gücü anlamına gelmez.</a:t>
            </a:r>
          </a:p>
        </p:txBody>
      </p:sp>
    </p:spTree>
    <p:extLst>
      <p:ext uri="{BB962C8B-B14F-4D97-AF65-F5344CB8AC3E}">
        <p14:creationId xmlns:p14="http://schemas.microsoft.com/office/powerpoint/2010/main" val="1356406711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eyebrow-17">
            <a:extLst xmlns:a="http://schemas.openxmlformats.org/drawingml/2006/main">
              <a:ext uri="{FF2B5EF4-FFF2-40B4-BE49-F238E27FC236}">
                <a16:creationId xmlns:a16="http://schemas.microsoft.com/office/drawing/2014/main" id="{7D42EDF5-178E-4890-B43B-67DB19D74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KANONİK KORELASYON ANALİZİ</a:t>
            </a:r>
          </a:p>
        </p:txBody>
      </p:sp>
      <p:sp>
        <p:nvSpPr>
          <p:cNvPr id="2" name="title-17">
            <a:extLst xmlns:a="http://schemas.openxmlformats.org/drawingml/2006/main">
              <a:ext uri="{FF2B5EF4-FFF2-40B4-BE49-F238E27FC236}">
                <a16:creationId xmlns:a16="http://schemas.microsoft.com/office/drawing/2014/main" id="{42989EB8-49CB-4647-B122-9E500840F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Sonuç: ilişki var, fakat ortak açıklama oranı sınırlı</a:t>
            </a:r>
          </a:p>
        </p:txBody>
      </p:sp>
      <p:cxnSp>
        <p:nvCxnSpPr>
          <p:cNvPr id="20" name="footer-rule-17"/>
          <p:cNvCxnSpPr/>
          <p:nvPr/>
        </p:nvCxnSpPr>
        <p:spPr>
          <a:xfrm xmlns:a="http://schemas.openxmlformats.org/drawingml/2006/main" flipV="0">
            <a:off x="457200" y="64008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4" name="slide-num-17">
            <a:extLst xmlns:a="http://schemas.openxmlformats.org/drawingml/2006/main">
              <a:ext uri="{FF2B5EF4-FFF2-40B4-BE49-F238E27FC236}">
                <a16:creationId xmlns:a16="http://schemas.microsoft.com/office/drawing/2014/main" id="{30ED7DA2-318A-473C-BFEA-6805ED0E3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17</a:t>
            </a:r>
          </a:p>
        </p:txBody>
      </p:sp>
      <p:cxnSp>
        <p:nvCxnSpPr>
          <p:cNvPr id="22" name="line-420-185-420-500"/>
          <p:cNvCxnSpPr/>
          <p:nvPr/>
        </p:nvCxnSpPr>
        <p:spPr>
          <a:xfrm xmlns:a="http://schemas.openxmlformats.org/drawingml/2006/main" flipV="0">
            <a:off x="4000500" y="1762125"/>
            <a:ext cx="0" cy="30003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CDD4"/>
            </a:solidFill>
            <a:prstDash val="solid"/>
          </a:ln>
        </p:spPr>
      </p:cxnSp>
      <p:cxnSp>
        <p:nvCxnSpPr>
          <p:cNvPr id="23" name="line-850-185-850-500"/>
          <p:cNvCxnSpPr/>
          <p:nvPr/>
        </p:nvCxnSpPr>
        <p:spPr>
          <a:xfrm xmlns:a="http://schemas.openxmlformats.org/drawingml/2006/main" flipV="0">
            <a:off x="8096250" y="1762125"/>
            <a:ext cx="0" cy="3000375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C9CDD4"/>
            </a:solidFill>
            <a:prstDash val="solid"/>
          </a:ln>
        </p:spPr>
      </p:cxnSp>
      <p:sp>
        <p:nvSpPr>
          <p:cNvPr id="7" name="text-75-195">
            <a:extLst xmlns:a="http://schemas.openxmlformats.org/drawingml/2006/main">
              <a:ext uri="{FF2B5EF4-FFF2-40B4-BE49-F238E27FC236}">
                <a16:creationId xmlns:a16="http://schemas.microsoft.com/office/drawing/2014/main" id="{F04EB2C1-229D-4811-8D84-20A9B945D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857375"/>
            <a:ext cx="26670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6545"/>
          </a:bodyPr>
          <a:lstStyle xmlns:a="http://schemas.openxmlformats.org/drawingml/2006/main"/>
          <a:p xmlns:a="http://schemas.openxmlformats.org/drawingml/2006/main">
            <a:pPr algn="ctr">
              <a:defRPr sz="6150" b="1" i="0">
                <a:solidFill>
                  <a:srgbClr val="168A63"/>
                </a:solidFill>
                <a:latin typeface="Arial"/>
                <a:ea typeface="Arial"/>
                <a:cs typeface="Arial"/>
              </a:defRPr>
            </a:pPr>
            <a:r>
              <a:rPr sz="6150" b="1" i="0">
                <a:solidFill>
                  <a:srgbClr val="168A6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text-75-300">
            <a:extLst xmlns:a="http://schemas.openxmlformats.org/drawingml/2006/main">
              <a:ext uri="{FF2B5EF4-FFF2-40B4-BE49-F238E27FC236}">
                <a16:creationId xmlns:a16="http://schemas.microsoft.com/office/drawing/2014/main" id="{717DDD31-E1D8-4395-94E7-D67E9A145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575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anlamlı fonksiyon</a:t>
            </a:r>
          </a:p>
        </p:txBody>
      </p:sp>
      <p:sp>
        <p:nvSpPr>
          <p:cNvPr id="9" name="text-75-350">
            <a:extLst xmlns:a="http://schemas.openxmlformats.org/drawingml/2006/main">
              <a:ext uri="{FF2B5EF4-FFF2-40B4-BE49-F238E27FC236}">
                <a16:creationId xmlns:a16="http://schemas.microsoft.com/office/drawing/2014/main" id="{DE05A36B-702E-4E87-AE35-B98B2BCD1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33750"/>
            <a:ext cx="2667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F1 ve F2</a:t>
            </a:r>
          </a:p>
        </p:txBody>
      </p:sp>
      <p:sp>
        <p:nvSpPr>
          <p:cNvPr id="10" name="text-490-195">
            <a:extLst xmlns:a="http://schemas.openxmlformats.org/drawingml/2006/main">
              <a:ext uri="{FF2B5EF4-FFF2-40B4-BE49-F238E27FC236}">
                <a16:creationId xmlns:a16="http://schemas.microsoft.com/office/drawing/2014/main" id="{89B8E827-CEEA-484D-982A-D40D22F51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1857375"/>
            <a:ext cx="2762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540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540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0,468</a:t>
            </a:r>
          </a:p>
        </p:txBody>
      </p:sp>
      <p:sp>
        <p:nvSpPr>
          <p:cNvPr id="11" name="text-490-300">
            <a:extLst xmlns:a="http://schemas.openxmlformats.org/drawingml/2006/main">
              <a:ext uri="{FF2B5EF4-FFF2-40B4-BE49-F238E27FC236}">
                <a16:creationId xmlns:a16="http://schemas.microsoft.com/office/drawing/2014/main" id="{2DDC09FC-B7D4-4181-8786-A7AB8002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575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en güçlü kanonik bağ</a:t>
            </a:r>
          </a:p>
        </p:txBody>
      </p:sp>
      <p:sp>
        <p:nvSpPr>
          <p:cNvPr id="12" name="text-490-350">
            <a:extLst xmlns:a="http://schemas.openxmlformats.org/drawingml/2006/main">
              <a:ext uri="{FF2B5EF4-FFF2-40B4-BE49-F238E27FC236}">
                <a16:creationId xmlns:a16="http://schemas.microsoft.com/office/drawing/2014/main" id="{02769752-2CA7-4F4F-A8B0-DAEA7F012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3337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Rᶜ² = %21,9</a:t>
            </a:r>
          </a:p>
        </p:txBody>
      </p:sp>
      <p:sp>
        <p:nvSpPr>
          <p:cNvPr id="13" name="text-895-205">
            <a:extLst xmlns:a="http://schemas.openxmlformats.org/drawingml/2006/main">
              <a:ext uri="{FF2B5EF4-FFF2-40B4-BE49-F238E27FC236}">
                <a16:creationId xmlns:a16="http://schemas.microsoft.com/office/drawing/2014/main" id="{9DAD5672-F6AC-490D-980E-8C0644B9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52625"/>
            <a:ext cx="2762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390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390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%9,9 / %6,9</a:t>
            </a:r>
          </a:p>
        </p:txBody>
      </p:sp>
      <p:sp>
        <p:nvSpPr>
          <p:cNvPr id="14" name="text-895-300">
            <a:extLst xmlns:a="http://schemas.openxmlformats.org/drawingml/2006/main">
              <a:ext uri="{FF2B5EF4-FFF2-40B4-BE49-F238E27FC236}">
                <a16:creationId xmlns:a16="http://schemas.microsoft.com/office/drawing/2014/main" id="{35A6DCDC-FACB-4D69-984F-9FEB828AD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57500"/>
            <a:ext cx="276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F1 redundancy</a:t>
            </a:r>
          </a:p>
        </p:txBody>
      </p:sp>
      <p:sp>
        <p:nvSpPr>
          <p:cNvPr id="15" name="text-895-350">
            <a:extLst xmlns:a="http://schemas.openxmlformats.org/drawingml/2006/main">
              <a:ext uri="{FF2B5EF4-FFF2-40B4-BE49-F238E27FC236}">
                <a16:creationId xmlns:a16="http://schemas.microsoft.com/office/drawing/2014/main" id="{5F4095EF-8506-4E12-916F-26E837385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333750"/>
            <a:ext cx="2762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karşı set açıklaması</a:t>
            </a:r>
          </a:p>
        </p:txBody>
      </p:sp>
      <p:sp>
        <p:nvSpPr>
          <p:cNvPr id="16" name="rect-125-500">
            <a:extLst xmlns:a="http://schemas.openxmlformats.org/drawingml/2006/main">
              <a:ext uri="{FF2B5EF4-FFF2-40B4-BE49-F238E27FC236}">
                <a16:creationId xmlns:a16="http://schemas.microsoft.com/office/drawing/2014/main" id="{21966402-DF1F-41EA-9F51-EF558042C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762500"/>
            <a:ext cx="9810750" cy="11430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text-165-525">
            <a:extLst xmlns:a="http://schemas.openxmlformats.org/drawingml/2006/main">
              <a:ext uri="{FF2B5EF4-FFF2-40B4-BE49-F238E27FC236}">
                <a16:creationId xmlns:a16="http://schemas.microsoft.com/office/drawing/2014/main" id="{881542FB-78FD-4566-9FC7-6FAC8F56A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5000625"/>
            <a:ext cx="9048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306"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Kişilik ve motivasyon arasında istatistiksel olarak anlamlı iki ortak boyut vardır; ancak bilginin setler arası aktarımı düşük kaldığı için sonuçlar güçlü bir açıklama veya nedensellik iddiası taşımaz.</a:t>
            </a:r>
          </a:p>
        </p:txBody>
      </p:sp>
    </p:spTree>
    <p:extLst>
      <p:ext uri="{BB962C8B-B14F-4D97-AF65-F5344CB8AC3E}">
        <p14:creationId xmlns:p14="http://schemas.microsoft.com/office/powerpoint/2010/main" val="227671602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-18">
            <a:extLst xmlns:a="http://schemas.openxmlformats.org/drawingml/2006/main">
              <a:ext uri="{FF2B5EF4-FFF2-40B4-BE49-F238E27FC236}">
                <a16:creationId xmlns:a16="http://schemas.microsoft.com/office/drawing/2014/main" id="{66E51CCD-FE66-4ABB-BD38-0C39AE2378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KANONİK KORELASYON ANALİZİ</a:t>
            </a:r>
          </a:p>
        </p:txBody>
      </p:sp>
      <p:sp>
        <p:nvSpPr>
          <p:cNvPr id="2" name="title-18">
            <a:extLst xmlns:a="http://schemas.openxmlformats.org/drawingml/2006/main">
              <a:ext uri="{FF2B5EF4-FFF2-40B4-BE49-F238E27FC236}">
                <a16:creationId xmlns:a16="http://schemas.microsoft.com/office/drawing/2014/main" id="{63B57FA7-9A55-429D-A57B-4A35F293B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Bulguları güçlendirmek için üç doğrulama adımı</a:t>
            </a:r>
          </a:p>
        </p:txBody>
      </p:sp>
      <p:cxnSp>
        <p:nvCxnSpPr>
          <p:cNvPr id="26" name="footer-rule-18"/>
          <p:cNvCxnSpPr/>
          <p:nvPr/>
        </p:nvCxnSpPr>
        <p:spPr>
          <a:xfrm xmlns:a="http://schemas.openxmlformats.org/drawingml/2006/main" flipV="0">
            <a:off x="457200" y="64008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4" name="slide-num-18">
            <a:extLst xmlns:a="http://schemas.openxmlformats.org/drawingml/2006/main">
              <a:ext uri="{FF2B5EF4-FFF2-40B4-BE49-F238E27FC236}">
                <a16:creationId xmlns:a16="http://schemas.microsoft.com/office/drawing/2014/main" id="{AB1CA2A2-3B21-4365-B9E6-280A8FF05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cxnSp>
        <p:nvCxnSpPr>
          <p:cNvPr id="28" name="line-80-545-1200-545"/>
          <p:cNvCxnSpPr/>
          <p:nvPr/>
        </p:nvCxnSpPr>
        <p:spPr>
          <a:xfrm xmlns:a="http://schemas.openxmlformats.org/drawingml/2006/main" flipV="0">
            <a:off x="762000" y="5191125"/>
            <a:ext cx="10668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11141A"/>
            </a:solidFill>
            <a:prstDash val="solid"/>
          </a:ln>
        </p:spPr>
      </p:cxnSp>
      <p:sp>
        <p:nvSpPr>
          <p:cNvPr id="6" name="rect-70-175">
            <a:extLst xmlns:a="http://schemas.openxmlformats.org/drawingml/2006/main">
              <a:ext uri="{FF2B5EF4-FFF2-40B4-BE49-F238E27FC236}">
                <a16:creationId xmlns:a16="http://schemas.microsoft.com/office/drawing/2014/main" id="{F5005BCC-FCC9-4ABC-96D7-4C6C624FF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66875"/>
            <a:ext cx="3333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8F1FF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7" name="text-94-205">
            <a:extLst xmlns:a="http://schemas.openxmlformats.org/drawingml/2006/main">
              <a:ext uri="{FF2B5EF4-FFF2-40B4-BE49-F238E27FC236}">
                <a16:creationId xmlns:a16="http://schemas.microsoft.com/office/drawing/2014/main" id="{94C970B4-B111-4375-B829-15D9A131A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9526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text-94-285">
            <a:extLst xmlns:a="http://schemas.openxmlformats.org/drawingml/2006/main">
              <a:ext uri="{FF2B5EF4-FFF2-40B4-BE49-F238E27FC236}">
                <a16:creationId xmlns:a16="http://schemas.microsoft.com/office/drawing/2014/main" id="{900CDCF8-5610-405E-8E08-80017EEB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146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Tanıları belgeleyin</a:t>
            </a:r>
          </a:p>
        </p:txBody>
      </p:sp>
      <p:sp>
        <p:nvSpPr>
          <p:cNvPr id="9" name="text-94-365">
            <a:extLst xmlns:a="http://schemas.openxmlformats.org/drawingml/2006/main">
              <a:ext uri="{FF2B5EF4-FFF2-40B4-BE49-F238E27FC236}">
                <a16:creationId xmlns:a16="http://schemas.microsoft.com/office/drawing/2014/main" id="{BC7CD542-A366-40D3-B00A-49D4E84AF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7662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Normallik, doğrusallık, aykırı değer ve çoklu bağlantı çıktıları rapora eklenmeli.</a:t>
            </a:r>
          </a:p>
        </p:txBody>
      </p:sp>
      <p:sp>
        <p:nvSpPr>
          <p:cNvPr id="10" name="rect-78-533">
            <a:extLst xmlns:a="http://schemas.openxmlformats.org/drawingml/2006/main">
              <a:ext uri="{FF2B5EF4-FFF2-40B4-BE49-F238E27FC236}">
                <a16:creationId xmlns:a16="http://schemas.microsoft.com/office/drawing/2014/main" id="{B98652E6-1DD3-478C-880D-624B69A80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76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rect-455-175">
            <a:extLst xmlns:a="http://schemas.openxmlformats.org/drawingml/2006/main">
              <a:ext uri="{FF2B5EF4-FFF2-40B4-BE49-F238E27FC236}">
                <a16:creationId xmlns:a16="http://schemas.microsoft.com/office/drawing/2014/main" id="{D1B97EED-A72F-4BAD-BE91-03CBB16BC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66875"/>
            <a:ext cx="3333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ECEEF1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12" name="text-479-205">
            <a:extLst xmlns:a="http://schemas.openxmlformats.org/drawingml/2006/main">
              <a:ext uri="{FF2B5EF4-FFF2-40B4-BE49-F238E27FC236}">
                <a16:creationId xmlns:a16="http://schemas.microsoft.com/office/drawing/2014/main" id="{8068CCD3-1562-4F6D-A679-686FB55BD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19526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3" name="text-479-285">
            <a:extLst xmlns:a="http://schemas.openxmlformats.org/drawingml/2006/main">
              <a:ext uri="{FF2B5EF4-FFF2-40B4-BE49-F238E27FC236}">
                <a16:creationId xmlns:a16="http://schemas.microsoft.com/office/drawing/2014/main" id="{5EF2D1D3-1995-41BD-8EA6-01BA9BF4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7146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Kararlılığı sınayın</a:t>
            </a:r>
          </a:p>
        </p:txBody>
      </p:sp>
      <p:sp>
        <p:nvSpPr>
          <p:cNvPr id="14" name="text-479-365">
            <a:extLst xmlns:a="http://schemas.openxmlformats.org/drawingml/2006/main">
              <a:ext uri="{FF2B5EF4-FFF2-40B4-BE49-F238E27FC236}">
                <a16:creationId xmlns:a16="http://schemas.microsoft.com/office/drawing/2014/main" id="{741D7B23-152A-412B-8153-859B1B02E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47662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7121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Bootstrap veya çapraz doğrulamayla yüklerin ve ağırlıkların örnekleme duyarlılığı ölçülmeli.</a:t>
            </a:r>
          </a:p>
        </p:txBody>
      </p:sp>
      <p:sp>
        <p:nvSpPr>
          <p:cNvPr id="15" name="rect-463-533">
            <a:extLst xmlns:a="http://schemas.openxmlformats.org/drawingml/2006/main">
              <a:ext uri="{FF2B5EF4-FFF2-40B4-BE49-F238E27FC236}">
                <a16:creationId xmlns:a16="http://schemas.microsoft.com/office/drawing/2014/main" id="{08A4E2C2-00CF-42A9-8996-073F006D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5076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14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rect-840-175">
            <a:extLst xmlns:a="http://schemas.openxmlformats.org/drawingml/2006/main">
              <a:ext uri="{FF2B5EF4-FFF2-40B4-BE49-F238E27FC236}">
                <a16:creationId xmlns:a16="http://schemas.microsoft.com/office/drawing/2014/main" id="{C5F12ECF-F790-4154-ABE1-F44DAC7F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666875"/>
            <a:ext cx="3333750" cy="2952750"/>
          </a:xfrm>
          <a:prstGeom xmlns:a="http://schemas.openxmlformats.org/drawingml/2006/main" prst="roundRect">
            <a:avLst>
              <a:gd name="adj" fmla="val 2581"/>
            </a:avLst>
          </a:prstGeom>
          <a:solidFill xmlns:a="http://schemas.openxmlformats.org/drawingml/2006/main">
            <a:srgbClr val="FFF0EC"/>
          </a:solidFill>
          <a:ln xmlns:a="http://schemas.openxmlformats.org/drawingml/2006/main" w="9525">
            <a:solidFill>
              <a:srgbClr val="C9CDD4"/>
            </a:solidFill>
            <a:prstDash val="solid"/>
          </a:ln>
        </p:spPr>
      </p:sp>
      <p:sp>
        <p:nvSpPr>
          <p:cNvPr id="17" name="text-864-205">
            <a:extLst xmlns:a="http://schemas.openxmlformats.org/drawingml/2006/main">
              <a:ext uri="{FF2B5EF4-FFF2-40B4-BE49-F238E27FC236}">
                <a16:creationId xmlns:a16="http://schemas.microsoft.com/office/drawing/2014/main" id="{65BAB713-C7B5-4DDB-9095-6DA2C415D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19526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70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270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8" name="text-864-285">
            <a:extLst xmlns:a="http://schemas.openxmlformats.org/drawingml/2006/main">
              <a:ext uri="{FF2B5EF4-FFF2-40B4-BE49-F238E27FC236}">
                <a16:creationId xmlns:a16="http://schemas.microsoft.com/office/drawing/2014/main" id="{DCDA534A-6C3E-4CB7-8958-D036429D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714625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Belirsizliği raporlayın</a:t>
            </a:r>
          </a:p>
        </p:txBody>
      </p:sp>
      <p:sp>
        <p:nvSpPr>
          <p:cNvPr id="19" name="text-864-365">
            <a:extLst xmlns:a="http://schemas.openxmlformats.org/drawingml/2006/main">
              <a:ext uri="{FF2B5EF4-FFF2-40B4-BE49-F238E27FC236}">
                <a16:creationId xmlns:a16="http://schemas.microsoft.com/office/drawing/2014/main" id="{77D48E9E-8E3A-4A16-8DA7-2C9E89CCF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76625"/>
            <a:ext cx="2857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Güven aralıkları, eksik betimsel değerler ve işaret yönü açıkça belirtilmeli.</a:t>
            </a:r>
          </a:p>
        </p:txBody>
      </p:sp>
      <p:sp>
        <p:nvSpPr>
          <p:cNvPr id="20" name="rect-848-533">
            <a:extLst xmlns:a="http://schemas.openxmlformats.org/drawingml/2006/main">
              <a:ext uri="{FF2B5EF4-FFF2-40B4-BE49-F238E27FC236}">
                <a16:creationId xmlns:a16="http://schemas.microsoft.com/office/drawing/2014/main" id="{BAF8C801-FDAC-435A-AD9D-F2437533D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076825"/>
            <a:ext cx="228600" cy="228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text-70-570">
            <a:extLst xmlns:a="http://schemas.openxmlformats.org/drawingml/2006/main">
              <a:ext uri="{FF2B5EF4-FFF2-40B4-BE49-F238E27FC236}">
                <a16:creationId xmlns:a16="http://schemas.microsoft.com/office/drawing/2014/main" id="{7618F358-6974-4102-B68A-C22F9657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Tanı</a:t>
            </a:r>
          </a:p>
        </p:txBody>
      </p:sp>
      <p:sp>
        <p:nvSpPr>
          <p:cNvPr id="22" name="text-455-570">
            <a:extLst xmlns:a="http://schemas.openxmlformats.org/drawingml/2006/main">
              <a:ext uri="{FF2B5EF4-FFF2-40B4-BE49-F238E27FC236}">
                <a16:creationId xmlns:a16="http://schemas.microsoft.com/office/drawing/2014/main" id="{8FD892E9-CD88-44E8-BF04-C69E6E9F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429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Kararlılık</a:t>
            </a:r>
          </a:p>
        </p:txBody>
      </p:sp>
      <p:sp>
        <p:nvSpPr>
          <p:cNvPr id="23" name="text-840-570">
            <a:extLst xmlns:a="http://schemas.openxmlformats.org/drawingml/2006/main">
              <a:ext uri="{FF2B5EF4-FFF2-40B4-BE49-F238E27FC236}">
                <a16:creationId xmlns:a16="http://schemas.microsoft.com/office/drawing/2014/main" id="{ED88EB12-0F0B-486E-BB79-320071C94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542925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Raporlama</a:t>
            </a:r>
          </a:p>
        </p:txBody>
      </p:sp>
    </p:spTree>
    <p:extLst>
      <p:ext uri="{BB962C8B-B14F-4D97-AF65-F5344CB8AC3E}">
        <p14:creationId xmlns:p14="http://schemas.microsoft.com/office/powerpoint/2010/main" val="985936334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eyebrow-19">
            <a:extLst xmlns:a="http://schemas.openxmlformats.org/drawingml/2006/main">
              <a:ext uri="{FF2B5EF4-FFF2-40B4-BE49-F238E27FC236}">
                <a16:creationId xmlns:a16="http://schemas.microsoft.com/office/drawing/2014/main" id="{A1848D71-95C4-45B4-B823-D3BA0540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KANONİK KORELASYON ANALİZİ</a:t>
            </a:r>
          </a:p>
        </p:txBody>
      </p:sp>
      <p:sp>
        <p:nvSpPr>
          <p:cNvPr id="2" name="title-19">
            <a:extLst xmlns:a="http://schemas.openxmlformats.org/drawingml/2006/main">
              <a:ext uri="{FF2B5EF4-FFF2-40B4-BE49-F238E27FC236}">
                <a16:creationId xmlns:a16="http://schemas.microsoft.com/office/drawing/2014/main" id="{7710F4CC-9B50-4917-9AA3-493145F65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71500"/>
            <a:ext cx="112776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Kaynakça ve analiz dayanağı</a:t>
            </a:r>
          </a:p>
        </p:txBody>
      </p:sp>
      <p:cxnSp>
        <p:nvCxnSpPr>
          <p:cNvPr id="26" name="footer-rule-19"/>
          <p:cNvCxnSpPr/>
          <p:nvPr/>
        </p:nvCxnSpPr>
        <p:spPr>
          <a:xfrm xmlns:a="http://schemas.openxmlformats.org/drawingml/2006/main" flipV="0">
            <a:off x="457200" y="6400800"/>
            <a:ext cx="112776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CDD4"/>
            </a:solidFill>
            <a:prstDash val="solid"/>
          </a:ln>
        </p:spPr>
      </p:cxnSp>
      <p:sp>
        <p:nvSpPr>
          <p:cNvPr id="4" name="slide-num-19">
            <a:extLst xmlns:a="http://schemas.openxmlformats.org/drawingml/2006/main">
              <a:ext uri="{FF2B5EF4-FFF2-40B4-BE49-F238E27FC236}">
                <a16:creationId xmlns:a16="http://schemas.microsoft.com/office/drawing/2014/main" id="{2416C932-AB31-4B78-8BE2-B01EB48E2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770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19</a:t>
            </a:r>
          </a:p>
        </p:txBody>
      </p:sp>
      <p:sp>
        <p:nvSpPr>
          <p:cNvPr id="5" name="text-55-150">
            <a:extLst xmlns:a="http://schemas.openxmlformats.org/drawingml/2006/main">
              <a:ext uri="{FF2B5EF4-FFF2-40B4-BE49-F238E27FC236}">
                <a16:creationId xmlns:a16="http://schemas.microsoft.com/office/drawing/2014/main" id="{5925D364-DF10-40BB-8249-AAA191C39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text-130-150">
            <a:extLst xmlns:a="http://schemas.openxmlformats.org/drawingml/2006/main">
              <a:ext uri="{FF2B5EF4-FFF2-40B4-BE49-F238E27FC236}">
                <a16:creationId xmlns:a16="http://schemas.microsoft.com/office/drawing/2014/main" id="{DD343739-9063-4F46-A364-C64B1367E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4287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Hotelling, H. (1936)</a:t>
            </a:r>
          </a:p>
        </p:txBody>
      </p:sp>
      <p:sp>
        <p:nvSpPr>
          <p:cNvPr id="7" name="text-555-150">
            <a:extLst xmlns:a="http://schemas.openxmlformats.org/drawingml/2006/main">
              <a:ext uri="{FF2B5EF4-FFF2-40B4-BE49-F238E27FC236}">
                <a16:creationId xmlns:a16="http://schemas.microsoft.com/office/drawing/2014/main" id="{A7FD2069-1B49-446C-826C-F24458209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4287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Relations Between Two Sets of Variates. Biometrika, 28(3–4), 321–377. DOI: 10.1093/biomet/28.3-4.321</a:t>
            </a:r>
          </a:p>
        </p:txBody>
      </p:sp>
      <p:cxnSp>
        <p:nvCxnSpPr>
          <p:cNvPr id="31" name="line-55-222-1205-222"/>
          <p:cNvCxnSpPr/>
          <p:nvPr/>
        </p:nvCxnSpPr>
        <p:spPr>
          <a:xfrm xmlns:a="http://schemas.openxmlformats.org/drawingml/2006/main" flipV="0">
            <a:off x="523875" y="2114550"/>
            <a:ext cx="10953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CEEF1"/>
            </a:solidFill>
            <a:prstDash val="solid"/>
          </a:ln>
        </p:spPr>
      </p:cxnSp>
      <p:sp>
        <p:nvSpPr>
          <p:cNvPr id="9" name="text-55-245">
            <a:extLst xmlns:a="http://schemas.openxmlformats.org/drawingml/2006/main">
              <a:ext uri="{FF2B5EF4-FFF2-40B4-BE49-F238E27FC236}">
                <a16:creationId xmlns:a16="http://schemas.microsoft.com/office/drawing/2014/main" id="{F70F736D-F3FA-45C0-B67A-7D48B13B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3362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text-130-245">
            <a:extLst xmlns:a="http://schemas.openxmlformats.org/drawingml/2006/main">
              <a:ext uri="{FF2B5EF4-FFF2-40B4-BE49-F238E27FC236}">
                <a16:creationId xmlns:a16="http://schemas.microsoft.com/office/drawing/2014/main" id="{1D6D9714-CC6D-4C9F-8AFD-F034A9357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3362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Sherry, A. &amp; Henson, R. K. (2005)</a:t>
            </a:r>
          </a:p>
        </p:txBody>
      </p:sp>
      <p:sp>
        <p:nvSpPr>
          <p:cNvPr id="11" name="text-555-245">
            <a:extLst xmlns:a="http://schemas.openxmlformats.org/drawingml/2006/main">
              <a:ext uri="{FF2B5EF4-FFF2-40B4-BE49-F238E27FC236}">
                <a16:creationId xmlns:a16="http://schemas.microsoft.com/office/drawing/2014/main" id="{9BB5D531-52A1-46CC-8208-8DED0377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33362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Conducting and Interpreting Canonical Correlation Analysis in Personality Research. Journal of Personality Assessment, 84(1), 37–48.</a:t>
            </a:r>
          </a:p>
        </p:txBody>
      </p:sp>
      <p:cxnSp>
        <p:nvCxnSpPr>
          <p:cNvPr id="35" name="line-55-317-1205-317"/>
          <p:cNvCxnSpPr/>
          <p:nvPr/>
        </p:nvCxnSpPr>
        <p:spPr>
          <a:xfrm xmlns:a="http://schemas.openxmlformats.org/drawingml/2006/main" flipV="0">
            <a:off x="523875" y="3019425"/>
            <a:ext cx="10953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CEEF1"/>
            </a:solidFill>
            <a:prstDash val="solid"/>
          </a:ln>
        </p:spPr>
      </p:cxnSp>
      <p:sp>
        <p:nvSpPr>
          <p:cNvPr id="13" name="text-55-340">
            <a:extLst xmlns:a="http://schemas.openxmlformats.org/drawingml/2006/main">
              <a:ext uri="{FF2B5EF4-FFF2-40B4-BE49-F238E27FC236}">
                <a16:creationId xmlns:a16="http://schemas.microsoft.com/office/drawing/2014/main" id="{92F2C373-715B-42D8-A50F-F8EE9DAA6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text-130-340">
            <a:extLst xmlns:a="http://schemas.openxmlformats.org/drawingml/2006/main">
              <a:ext uri="{FF2B5EF4-FFF2-40B4-BE49-F238E27FC236}">
                <a16:creationId xmlns:a16="http://schemas.microsoft.com/office/drawing/2014/main" id="{1FBF341D-C98A-437C-9713-736B25C62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3850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Stewart, D. &amp; Love, W. (1968)</a:t>
            </a:r>
          </a:p>
        </p:txBody>
      </p:sp>
      <p:sp>
        <p:nvSpPr>
          <p:cNvPr id="15" name="text-555-340">
            <a:extLst xmlns:a="http://schemas.openxmlformats.org/drawingml/2006/main">
              <a:ext uri="{FF2B5EF4-FFF2-40B4-BE49-F238E27FC236}">
                <a16:creationId xmlns:a16="http://schemas.microsoft.com/office/drawing/2014/main" id="{1E22382A-EB29-45D2-A000-DA1A1471C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23850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A General Canonical Correlation Index. Psychological Bulletin, 70(3), 160–163. DOI: 10.1037/h0026143</a:t>
            </a:r>
          </a:p>
        </p:txBody>
      </p:sp>
      <p:cxnSp>
        <p:nvCxnSpPr>
          <p:cNvPr id="39" name="line-55-412-1205-412"/>
          <p:cNvCxnSpPr/>
          <p:nvPr/>
        </p:nvCxnSpPr>
        <p:spPr>
          <a:xfrm xmlns:a="http://schemas.openxmlformats.org/drawingml/2006/main" flipV="0">
            <a:off x="523875" y="3924300"/>
            <a:ext cx="10953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CEEF1"/>
            </a:solidFill>
            <a:prstDash val="solid"/>
          </a:ln>
        </p:spPr>
      </p:cxnSp>
      <p:sp>
        <p:nvSpPr>
          <p:cNvPr id="17" name="text-55-435">
            <a:extLst xmlns:a="http://schemas.openxmlformats.org/drawingml/2006/main">
              <a:ext uri="{FF2B5EF4-FFF2-40B4-BE49-F238E27FC236}">
                <a16:creationId xmlns:a16="http://schemas.microsoft.com/office/drawing/2014/main" id="{80620ABA-D5F5-42EA-A6A2-15D40189D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143375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8" name="text-130-435">
            <a:extLst xmlns:a="http://schemas.openxmlformats.org/drawingml/2006/main">
              <a:ext uri="{FF2B5EF4-FFF2-40B4-BE49-F238E27FC236}">
                <a16:creationId xmlns:a16="http://schemas.microsoft.com/office/drawing/2014/main" id="{923E2493-FAEE-4DD3-9780-015CEFC17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143375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74933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UCLA Institute for Digital Research and Education</a:t>
            </a:r>
          </a:p>
        </p:txBody>
      </p:sp>
      <p:sp>
        <p:nvSpPr>
          <p:cNvPr id="19" name="text-555-435">
            <a:extLst xmlns:a="http://schemas.openxmlformats.org/drawingml/2006/main">
              <a:ext uri="{FF2B5EF4-FFF2-40B4-BE49-F238E27FC236}">
                <a16:creationId xmlns:a16="http://schemas.microsoft.com/office/drawing/2014/main" id="{A0183A77-8AF2-407F-B71D-3260457DC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143375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Canonical Correlation Analysis — Data Analysis Examples &amp; Annotated Output.</a:t>
            </a:r>
          </a:p>
        </p:txBody>
      </p:sp>
      <p:cxnSp>
        <p:nvCxnSpPr>
          <p:cNvPr id="43" name="line-55-507-1205-507"/>
          <p:cNvCxnSpPr/>
          <p:nvPr/>
        </p:nvCxnSpPr>
        <p:spPr>
          <a:xfrm xmlns:a="http://schemas.openxmlformats.org/drawingml/2006/main" flipV="0">
            <a:off x="523875" y="4829175"/>
            <a:ext cx="10953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ECEEF1"/>
            </a:solidFill>
            <a:prstDash val="solid"/>
          </a:ln>
        </p:spPr>
      </p:cxnSp>
      <p:sp>
        <p:nvSpPr>
          <p:cNvPr id="21" name="text-55-530">
            <a:extLst xmlns:a="http://schemas.openxmlformats.org/drawingml/2006/main">
              <a:ext uri="{FF2B5EF4-FFF2-40B4-BE49-F238E27FC236}">
                <a16:creationId xmlns:a16="http://schemas.microsoft.com/office/drawing/2014/main" id="{45BC2FAD-DEB7-4825-A73C-96C12A7C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0482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F2674A"/>
                </a:solidFill>
                <a:latin typeface="Arial"/>
                <a:ea typeface="Arial"/>
                <a:cs typeface="Arial"/>
              </a:defRPr>
            </a:pPr>
            <a:r>
              <a:rPr sz="1425" b="1" i="0">
                <a:solidFill>
                  <a:srgbClr val="F2674A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2" name="text-130-530">
            <a:extLst xmlns:a="http://schemas.openxmlformats.org/drawingml/2006/main">
              <a:ext uri="{FF2B5EF4-FFF2-40B4-BE49-F238E27FC236}">
                <a16:creationId xmlns:a16="http://schemas.microsoft.com/office/drawing/2014/main" id="{64E6F6FB-B7A3-4A0E-BA67-41C249CC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048250"/>
            <a:ext cx="3905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Uygulama verisi ve sonuç tabloları</a:t>
            </a:r>
          </a:p>
        </p:txBody>
      </p:sp>
      <p:sp>
        <p:nvSpPr>
          <p:cNvPr id="23" name="text-555-530">
            <a:extLst xmlns:a="http://schemas.openxmlformats.org/drawingml/2006/main">
              <a:ext uri="{FF2B5EF4-FFF2-40B4-BE49-F238E27FC236}">
                <a16:creationId xmlns:a16="http://schemas.microsoft.com/office/drawing/2014/main" id="{F64F602B-0BAD-49A6-9BC7-24CB3C4D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5048250"/>
            <a:ext cx="619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Kullanıcı tarafından sağlanan özgün Kanonik Korelasyon Analizi PowerPoint sunumu.</a:t>
            </a:r>
          </a:p>
        </p:txBody>
      </p:sp>
    </p:spTree>
    <p:extLst>
      <p:ext uri="{BB962C8B-B14F-4D97-AF65-F5344CB8AC3E}">
        <p14:creationId xmlns:p14="http://schemas.microsoft.com/office/powerpoint/2010/main" val="1410477253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text-48-45">
            <a:extLst xmlns:a="http://schemas.openxmlformats.org/drawingml/2006/main">
              <a:ext uri="{FF2B5EF4-FFF2-40B4-BE49-F238E27FC236}">
                <a16:creationId xmlns:a16="http://schemas.microsoft.com/office/drawing/2014/main" id="{9ED9623C-420D-41D9-B52E-21E5EA75D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8625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D5FDB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D5FDB"/>
                </a:solidFill>
                <a:latin typeface="Arial"/>
                <a:ea typeface="Arial"/>
                <a:cs typeface="Arial"/>
              </a:rPr>
              <a:t>TEK CÜMLEDE SONUÇ</a:t>
            </a:r>
          </a:p>
        </p:txBody>
      </p:sp>
      <p:cxnSp>
        <p:nvCxnSpPr>
          <p:cNvPr id="14" name="line-180-370-520-370"/>
          <p:cNvCxnSpPr/>
          <p:nvPr/>
        </p:nvCxnSpPr>
        <p:spPr>
          <a:xfrm xmlns:a="http://schemas.openxmlformats.org/drawingml/2006/main" flipV="0">
            <a:off x="1714500" y="352425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6DCBF4"/>
            </a:solidFill>
            <a:prstDash val="solid"/>
          </a:ln>
        </p:spPr>
      </p:cxnSp>
      <p:cxnSp>
        <p:nvCxnSpPr>
          <p:cNvPr id="15" name="line-760-370-1100-370"/>
          <p:cNvCxnSpPr/>
          <p:nvPr/>
        </p:nvCxnSpPr>
        <p:spPr>
          <a:xfrm xmlns:a="http://schemas.openxmlformats.org/drawingml/2006/main" flipV="0">
            <a:off x="7239000" y="3524250"/>
            <a:ext cx="3238500" cy="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F2674A"/>
            </a:solidFill>
            <a:prstDash val="solid"/>
          </a:ln>
        </p:spPr>
      </p:cxnSp>
      <p:cxnSp>
        <p:nvCxnSpPr>
          <p:cNvPr id="16" name="line-610-370-670-370"/>
          <p:cNvCxnSpPr/>
          <p:nvPr/>
        </p:nvCxnSpPr>
        <p:spPr>
          <a:xfrm xmlns:a="http://schemas.openxmlformats.org/drawingml/2006/main" flipV="0">
            <a:off x="5810250" y="3524250"/>
            <a:ext cx="571500" cy="0"/>
          </a:xfrm>
          <a:prstGeom xmlns:a="http://schemas.openxmlformats.org/drawingml/2006/main" prst="straightConnector1">
            <a:avLst/>
          </a:prstGeom>
          <a:ln xmlns:a="http://schemas.openxmlformats.org/drawingml/2006/main" w="57150">
            <a:solidFill>
              <a:srgbClr val="11141A"/>
            </a:solidFill>
            <a:prstDash val="solid"/>
          </a:ln>
        </p:spPr>
      </p:cxnSp>
      <p:sp>
        <p:nvSpPr>
          <p:cNvPr id="5" name="rect-520-300">
            <a:extLst xmlns:a="http://schemas.openxmlformats.org/drawingml/2006/main">
              <a:ext uri="{FF2B5EF4-FFF2-40B4-BE49-F238E27FC236}">
                <a16:creationId xmlns:a16="http://schemas.microsoft.com/office/drawing/2014/main" id="{66274302-BE97-4836-B828-8BCDB76A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8575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D5FD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rect-620-300">
            <a:extLst xmlns:a="http://schemas.openxmlformats.org/drawingml/2006/main">
              <a:ext uri="{FF2B5EF4-FFF2-40B4-BE49-F238E27FC236}">
                <a16:creationId xmlns:a16="http://schemas.microsoft.com/office/drawing/2014/main" id="{C07B3621-3AC1-4A9E-AC49-A47DEED31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575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2674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ext-520-345">
            <a:extLst xmlns:a="http://schemas.openxmlformats.org/drawingml/2006/main">
              <a:ext uri="{FF2B5EF4-FFF2-40B4-BE49-F238E27FC236}">
                <a16:creationId xmlns:a16="http://schemas.microsoft.com/office/drawing/2014/main" id="{A1AFB662-4CB4-42D6-9D94-2BBDB734E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28612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U₁</a:t>
            </a:r>
          </a:p>
        </p:txBody>
      </p:sp>
      <p:sp>
        <p:nvSpPr>
          <p:cNvPr id="8" name="text-620-345">
            <a:extLst xmlns:a="http://schemas.openxmlformats.org/drawingml/2006/main">
              <a:ext uri="{FF2B5EF4-FFF2-40B4-BE49-F238E27FC236}">
                <a16:creationId xmlns:a16="http://schemas.microsoft.com/office/drawing/2014/main" id="{276C85EA-A59E-42C7-861E-B08B8CD08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286125"/>
            <a:ext cx="1333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2105"/>
          </a:bodyPr>
          <a:lstStyle xmlns:a="http://schemas.openxmlformats.org/drawingml/2006/main"/>
          <a:p xmlns:a="http://schemas.openxmlformats.org/drawingml/2006/main">
            <a:pPr algn="ctr">
              <a:defRPr sz="28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V₁</a:t>
            </a:r>
          </a:p>
        </p:txBody>
      </p:sp>
      <p:sp>
        <p:nvSpPr>
          <p:cNvPr id="9" name="text-130-115">
            <a:extLst xmlns:a="http://schemas.openxmlformats.org/drawingml/2006/main">
              <a:ext uri="{FF2B5EF4-FFF2-40B4-BE49-F238E27FC236}">
                <a16:creationId xmlns:a16="http://schemas.microsoft.com/office/drawing/2014/main" id="{3BDF776B-83BF-4D59-B4A5-86CC93610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095375"/>
            <a:ext cx="97155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80749"/>
          </a:bodyPr>
          <a:lstStyle xmlns:a="http://schemas.openxmlformats.org/drawingml/2006/main"/>
          <a:p xmlns:a="http://schemas.openxmlformats.org/drawingml/2006/main">
            <a:pPr algn="ctr">
              <a:defRPr sz="3225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Kişilik ve motivasyon arasında anlamlı bir ortak yapı var;</a:t>
            </a:r>
          </a:p>
          <a:p xmlns:a="http://schemas.openxmlformats.org/drawingml/2006/main">
            <a:pPr algn="ctr">
              <a:defRPr sz="3225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fakat bu yapı setler arası varyansın yalnızca sınırlı bir bölümünü taşıyor.</a:t>
            </a:r>
          </a:p>
        </p:txBody>
      </p:sp>
      <p:sp>
        <p:nvSpPr>
          <p:cNvPr id="10" name="text-200-520">
            <a:extLst xmlns:a="http://schemas.openxmlformats.org/drawingml/2006/main">
              <a:ext uri="{FF2B5EF4-FFF2-40B4-BE49-F238E27FC236}">
                <a16:creationId xmlns:a16="http://schemas.microsoft.com/office/drawing/2014/main" id="{ED75B44F-ECB6-442B-A865-9A18A3EE1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953000"/>
            <a:ext cx="838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95984"/>
          </a:bodyPr>
          <a:lstStyle xmlns:a="http://schemas.openxmlformats.org/drawingml/2006/main"/>
          <a:p xmlns:a="http://schemas.openxmlformats.org/drawingml/2006/main">
            <a:pPr algn="ctr">
              <a:defRPr sz="2100" b="1" i="0">
                <a:solidFill>
                  <a:srgbClr val="11141A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1141A"/>
                </a:solidFill>
                <a:latin typeface="Arial"/>
                <a:ea typeface="Arial"/>
                <a:cs typeface="Arial"/>
              </a:rPr>
              <a:t>Bu nedenle en doğru yorum: “ilişki mevcut, açıklama gücü temkinli.”</a:t>
            </a:r>
          </a:p>
        </p:txBody>
      </p:sp>
      <p:sp>
        <p:nvSpPr>
          <p:cNvPr id="11" name="text-390-625">
            <a:extLst xmlns:a="http://schemas.openxmlformats.org/drawingml/2006/main">
              <a:ext uri="{FF2B5EF4-FFF2-40B4-BE49-F238E27FC236}">
                <a16:creationId xmlns:a16="http://schemas.microsoft.com/office/drawing/2014/main" id="{54F199A7-33FB-4767-9C78-28255C114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953125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Yunus Emre BÜYÜKGÜLER  ·  21020513</a:t>
            </a:r>
          </a:p>
        </p:txBody>
      </p:sp>
      <p:sp>
        <p:nvSpPr>
          <p:cNvPr id="12" name="text-1178-680">
            <a:extLst xmlns:a="http://schemas.openxmlformats.org/drawingml/2006/main">
              <a:ext uri="{FF2B5EF4-FFF2-40B4-BE49-F238E27FC236}">
                <a16:creationId xmlns:a16="http://schemas.microsoft.com/office/drawing/2014/main" id="{1D4EFC38-6780-42A7-8DDA-63797BB0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20450" y="6477000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1200" b="1" i="0">
                <a:solidFill>
                  <a:srgbClr val="5D6470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D6470"/>
                </a:solidFill>
                <a:latin typeface="Arial"/>
                <a:ea typeface="Arial"/>
                <a:cs typeface="Arial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46443173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2026-08-26T16:58:51.6480000Z</dcterms:created>
  <dcterms:modified xsi:type="dcterms:W3CDTF">2026-08-26T16:58:51.6480000Z</dcterms:modified>
</coreProperties>
</file>